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614" r:id="rId3"/>
    <p:sldId id="615" r:id="rId4"/>
    <p:sldId id="616" r:id="rId5"/>
    <p:sldId id="622" r:id="rId6"/>
    <p:sldId id="617" r:id="rId7"/>
    <p:sldId id="618" r:id="rId8"/>
    <p:sldId id="619" r:id="rId9"/>
    <p:sldId id="620" r:id="rId10"/>
    <p:sldId id="621" r:id="rId11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av Etsion" userId="6817d923-c30e-4d6b-be87-a47c131a91a7" providerId="ADAL" clId="{687D8E6A-57AF-45AE-B177-36E0AC6490D8}"/>
    <pc:docChg chg="addSld modSld">
      <pc:chgData name="Yoav Etsion" userId="6817d923-c30e-4d6b-be87-a47c131a91a7" providerId="ADAL" clId="{687D8E6A-57AF-45AE-B177-36E0AC6490D8}" dt="2026-04-19T16:46:03.961" v="223" actId="20577"/>
      <pc:docMkLst>
        <pc:docMk/>
      </pc:docMkLst>
      <pc:sldChg chg="modSp new mod">
        <pc:chgData name="Yoav Etsion" userId="6817d923-c30e-4d6b-be87-a47c131a91a7" providerId="ADAL" clId="{687D8E6A-57AF-45AE-B177-36E0AC6490D8}" dt="2026-04-19T16:46:03.961" v="223" actId="20577"/>
        <pc:sldMkLst>
          <pc:docMk/>
          <pc:sldMk cId="782487674" sldId="622"/>
        </pc:sldMkLst>
        <pc:spChg chg="mod">
          <ac:chgData name="Yoav Etsion" userId="6817d923-c30e-4d6b-be87-a47c131a91a7" providerId="ADAL" clId="{687D8E6A-57AF-45AE-B177-36E0AC6490D8}" dt="2026-04-19T16:46:03.961" v="223" actId="20577"/>
          <ac:spMkLst>
            <pc:docMk/>
            <pc:sldMk cId="782487674" sldId="622"/>
            <ac:spMk id="2" creationId="{EE78FBE0-C51F-91BF-AA6D-BA98DC687FAA}"/>
          </ac:spMkLst>
        </pc:spChg>
        <pc:spChg chg="mod">
          <ac:chgData name="Yoav Etsion" userId="6817d923-c30e-4d6b-be87-a47c131a91a7" providerId="ADAL" clId="{687D8E6A-57AF-45AE-B177-36E0AC6490D8}" dt="2026-04-19T16:45:42.575" v="190" actId="20577"/>
          <ac:spMkLst>
            <pc:docMk/>
            <pc:sldMk cId="782487674" sldId="622"/>
            <ac:spMk id="3" creationId="{30046D5A-FFFE-2649-CE29-BE643AFDE364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speedataio-my.sharepoint.com/personal/yoav_speedata_io/Documents/Documents/lec04-cdf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speedataio-my.sharepoint.com/personal/yoav_speedata_io/Documents/Documents/lec04-cdf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speedataio-my.sharepoint.com/personal/yoav_speedata_io/Documents/Documents/lec04-cdf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speedataio-my.sharepoint.com/personal/yoav_speedata_io/Documents/Documents/lec04-cdf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speedataio-my.sharepoint.com/personal/yoav_speedata_io/Documents/Documents/lec04-cdf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speedataio-my.sharepoint.com/personal/yoav_speedata_io/Documents/Documents/lec04-cdf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speedataio-my.sharepoint.com/personal/yoav_speedata_io/Documents/Documents/lec04-cdf.xlsx" TargetMode="Externa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Histogram (N</a:t>
            </a:r>
            <a:r>
              <a:rPr lang="en-US" sz="2800" baseline="0" dirty="0"/>
              <a:t> samples</a:t>
            </a:r>
            <a:r>
              <a:rPr lang="en-US" sz="2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space=1-5</a:t>
            </a:r>
            <a:r>
              <a:rPr lang="en-US" sz="2800" baseline="0" dirty="0"/>
              <a:t>)</a:t>
            </a:r>
            <a:endParaRPr lang="en-US" sz="2800" dirty="0"/>
          </a:p>
        </c:rich>
      </c:tx>
      <c:layout>
        <c:manualLayout>
          <c:xMode val="edge"/>
          <c:yMode val="edge"/>
          <c:x val="0.3230615466544942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PDF!$B$1:$B$5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6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72-4DED-B368-E004360674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45450592"/>
        <c:axId val="345495232"/>
      </c:barChart>
      <c:catAx>
        <c:axId val="3454505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600"/>
                  <a:t>Value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L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45495232"/>
        <c:crosses val="autoZero"/>
        <c:auto val="1"/>
        <c:lblAlgn val="ctr"/>
        <c:lblOffset val="100"/>
        <c:noMultiLvlLbl val="0"/>
      </c:catAx>
      <c:valAx>
        <c:axId val="345495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45450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PDF </a:t>
            </a:r>
            <a:r>
              <a:rPr lang="en-US" sz="2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(10 samples, space=1-5)</a:t>
            </a:r>
          </a:p>
        </c:rich>
      </c:tx>
      <c:layout>
        <c:manualLayout>
          <c:xMode val="edge"/>
          <c:yMode val="edge"/>
          <c:x val="0.36192628095401114"/>
          <c:y val="1.7826303377365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8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PDF!$B$8:$B$12</c:f>
              <c:numCache>
                <c:formatCode>General</c:formatCode>
                <c:ptCount val="5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0.6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2E-4B59-A615-3FE1359ED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2319744"/>
        <c:axId val="622322624"/>
      </c:barChart>
      <c:catAx>
        <c:axId val="6223197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Value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L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622322624"/>
        <c:crosses val="autoZero"/>
        <c:auto val="1"/>
        <c:lblAlgn val="ctr"/>
        <c:lblOffset val="100"/>
        <c:noMultiLvlLbl val="0"/>
      </c:catAx>
      <c:valAx>
        <c:axId val="62232262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Probability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622319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3200"/>
      </a:pPr>
      <a:endParaRPr lang="en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Histogram (1000 samples</a:t>
            </a:r>
            <a:r>
              <a:rPr lang="en-US" sz="2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space=0-610</a:t>
            </a:r>
            <a:r>
              <a:rPr lang="en-US" sz="2800" dirty="0"/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CDF!$A$2:$A$611</c:f>
              <c:numCache>
                <c:formatCode>General</c:formatCode>
                <c:ptCount val="6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  <c:pt idx="600">
                  <c:v>600</c:v>
                </c:pt>
                <c:pt idx="601">
                  <c:v>601</c:v>
                </c:pt>
                <c:pt idx="602">
                  <c:v>602</c:v>
                </c:pt>
                <c:pt idx="603">
                  <c:v>603</c:v>
                </c:pt>
                <c:pt idx="604">
                  <c:v>604</c:v>
                </c:pt>
                <c:pt idx="605">
                  <c:v>605</c:v>
                </c:pt>
                <c:pt idx="606">
                  <c:v>606</c:v>
                </c:pt>
                <c:pt idx="607">
                  <c:v>607</c:v>
                </c:pt>
                <c:pt idx="608">
                  <c:v>608</c:v>
                </c:pt>
                <c:pt idx="609">
                  <c:v>609</c:v>
                </c:pt>
              </c:numCache>
            </c:numRef>
          </c:cat>
          <c:val>
            <c:numRef>
              <c:f>CDF!$B$2:$B$611</c:f>
              <c:numCache>
                <c:formatCode>General</c:formatCode>
                <c:ptCount val="610"/>
                <c:pt idx="0">
                  <c:v>1</c:v>
                </c:pt>
                <c:pt idx="1">
                  <c:v>29</c:v>
                </c:pt>
                <c:pt idx="2">
                  <c:v>1</c:v>
                </c:pt>
                <c:pt idx="3">
                  <c:v>29</c:v>
                </c:pt>
                <c:pt idx="4">
                  <c:v>1</c:v>
                </c:pt>
                <c:pt idx="5">
                  <c:v>29</c:v>
                </c:pt>
                <c:pt idx="6">
                  <c:v>1</c:v>
                </c:pt>
                <c:pt idx="7">
                  <c:v>29</c:v>
                </c:pt>
                <c:pt idx="8">
                  <c:v>1</c:v>
                </c:pt>
                <c:pt idx="9">
                  <c:v>29</c:v>
                </c:pt>
                <c:pt idx="10">
                  <c:v>1</c:v>
                </c:pt>
                <c:pt idx="11">
                  <c:v>29</c:v>
                </c:pt>
                <c:pt idx="12">
                  <c:v>1</c:v>
                </c:pt>
                <c:pt idx="13">
                  <c:v>29</c:v>
                </c:pt>
                <c:pt idx="14">
                  <c:v>1</c:v>
                </c:pt>
                <c:pt idx="15">
                  <c:v>29</c:v>
                </c:pt>
                <c:pt idx="16">
                  <c:v>1</c:v>
                </c:pt>
                <c:pt idx="17">
                  <c:v>29</c:v>
                </c:pt>
                <c:pt idx="18">
                  <c:v>1</c:v>
                </c:pt>
                <c:pt idx="19">
                  <c:v>29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9</c:v>
                </c:pt>
                <c:pt idx="101">
                  <c:v>1</c:v>
                </c:pt>
                <c:pt idx="102">
                  <c:v>9</c:v>
                </c:pt>
                <c:pt idx="103">
                  <c:v>1</c:v>
                </c:pt>
                <c:pt idx="104">
                  <c:v>9</c:v>
                </c:pt>
                <c:pt idx="105">
                  <c:v>1</c:v>
                </c:pt>
                <c:pt idx="106">
                  <c:v>9</c:v>
                </c:pt>
                <c:pt idx="107">
                  <c:v>1</c:v>
                </c:pt>
                <c:pt idx="108">
                  <c:v>9</c:v>
                </c:pt>
                <c:pt idx="109">
                  <c:v>1</c:v>
                </c:pt>
                <c:pt idx="110">
                  <c:v>9</c:v>
                </c:pt>
                <c:pt idx="111">
                  <c:v>1</c:v>
                </c:pt>
                <c:pt idx="112">
                  <c:v>9</c:v>
                </c:pt>
                <c:pt idx="113">
                  <c:v>1</c:v>
                </c:pt>
                <c:pt idx="114">
                  <c:v>9</c:v>
                </c:pt>
                <c:pt idx="115">
                  <c:v>1</c:v>
                </c:pt>
                <c:pt idx="116">
                  <c:v>9</c:v>
                </c:pt>
                <c:pt idx="117">
                  <c:v>1</c:v>
                </c:pt>
                <c:pt idx="118">
                  <c:v>9</c:v>
                </c:pt>
                <c:pt idx="119">
                  <c:v>1</c:v>
                </c:pt>
                <c:pt idx="120">
                  <c:v>9</c:v>
                </c:pt>
                <c:pt idx="121">
                  <c:v>1</c:v>
                </c:pt>
                <c:pt idx="122">
                  <c:v>9</c:v>
                </c:pt>
                <c:pt idx="123">
                  <c:v>1</c:v>
                </c:pt>
                <c:pt idx="124">
                  <c:v>9</c:v>
                </c:pt>
                <c:pt idx="125">
                  <c:v>1</c:v>
                </c:pt>
                <c:pt idx="126">
                  <c:v>7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  <c:pt idx="294">
                  <c:v>1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1</c:v>
                </c:pt>
                <c:pt idx="300">
                  <c:v>1</c:v>
                </c:pt>
                <c:pt idx="301">
                  <c:v>1</c:v>
                </c:pt>
                <c:pt idx="302">
                  <c:v>1</c:v>
                </c:pt>
                <c:pt idx="303">
                  <c:v>1</c:v>
                </c:pt>
                <c:pt idx="304">
                  <c:v>1</c:v>
                </c:pt>
                <c:pt idx="305">
                  <c:v>1</c:v>
                </c:pt>
                <c:pt idx="306">
                  <c:v>1</c:v>
                </c:pt>
                <c:pt idx="307">
                  <c:v>1</c:v>
                </c:pt>
                <c:pt idx="308">
                  <c:v>1</c:v>
                </c:pt>
                <c:pt idx="309">
                  <c:v>1</c:v>
                </c:pt>
                <c:pt idx="310">
                  <c:v>1</c:v>
                </c:pt>
                <c:pt idx="311">
                  <c:v>1</c:v>
                </c:pt>
                <c:pt idx="312">
                  <c:v>1</c:v>
                </c:pt>
                <c:pt idx="313">
                  <c:v>1</c:v>
                </c:pt>
                <c:pt idx="314">
                  <c:v>1</c:v>
                </c:pt>
                <c:pt idx="315">
                  <c:v>1</c:v>
                </c:pt>
                <c:pt idx="316">
                  <c:v>1</c:v>
                </c:pt>
                <c:pt idx="317">
                  <c:v>1</c:v>
                </c:pt>
                <c:pt idx="318">
                  <c:v>1</c:v>
                </c:pt>
                <c:pt idx="319">
                  <c:v>1</c:v>
                </c:pt>
                <c:pt idx="320">
                  <c:v>1</c:v>
                </c:pt>
                <c:pt idx="321">
                  <c:v>1</c:v>
                </c:pt>
                <c:pt idx="322">
                  <c:v>1</c:v>
                </c:pt>
                <c:pt idx="323">
                  <c:v>1</c:v>
                </c:pt>
                <c:pt idx="324">
                  <c:v>1</c:v>
                </c:pt>
                <c:pt idx="325">
                  <c:v>1</c:v>
                </c:pt>
                <c:pt idx="326">
                  <c:v>1</c:v>
                </c:pt>
                <c:pt idx="327">
                  <c:v>1</c:v>
                </c:pt>
                <c:pt idx="328">
                  <c:v>1</c:v>
                </c:pt>
                <c:pt idx="329">
                  <c:v>1</c:v>
                </c:pt>
                <c:pt idx="330">
                  <c:v>1</c:v>
                </c:pt>
                <c:pt idx="331">
                  <c:v>1</c:v>
                </c:pt>
                <c:pt idx="332">
                  <c:v>1</c:v>
                </c:pt>
                <c:pt idx="333">
                  <c:v>1</c:v>
                </c:pt>
                <c:pt idx="334">
                  <c:v>1</c:v>
                </c:pt>
                <c:pt idx="335">
                  <c:v>1</c:v>
                </c:pt>
                <c:pt idx="336">
                  <c:v>1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1</c:v>
                </c:pt>
                <c:pt idx="341">
                  <c:v>1</c:v>
                </c:pt>
                <c:pt idx="342">
                  <c:v>1</c:v>
                </c:pt>
                <c:pt idx="343">
                  <c:v>1</c:v>
                </c:pt>
                <c:pt idx="344">
                  <c:v>1</c:v>
                </c:pt>
                <c:pt idx="345">
                  <c:v>1</c:v>
                </c:pt>
                <c:pt idx="346">
                  <c:v>1</c:v>
                </c:pt>
                <c:pt idx="347">
                  <c:v>1</c:v>
                </c:pt>
                <c:pt idx="348">
                  <c:v>1</c:v>
                </c:pt>
                <c:pt idx="349">
                  <c:v>1</c:v>
                </c:pt>
                <c:pt idx="350">
                  <c:v>1</c:v>
                </c:pt>
                <c:pt idx="351">
                  <c:v>1</c:v>
                </c:pt>
                <c:pt idx="352">
                  <c:v>1</c:v>
                </c:pt>
                <c:pt idx="353">
                  <c:v>1</c:v>
                </c:pt>
                <c:pt idx="354">
                  <c:v>1</c:v>
                </c:pt>
                <c:pt idx="355">
                  <c:v>1</c:v>
                </c:pt>
                <c:pt idx="356">
                  <c:v>1</c:v>
                </c:pt>
                <c:pt idx="357">
                  <c:v>1</c:v>
                </c:pt>
                <c:pt idx="358">
                  <c:v>1</c:v>
                </c:pt>
                <c:pt idx="359">
                  <c:v>1</c:v>
                </c:pt>
                <c:pt idx="360">
                  <c:v>1</c:v>
                </c:pt>
                <c:pt idx="361">
                  <c:v>1</c:v>
                </c:pt>
                <c:pt idx="362">
                  <c:v>1</c:v>
                </c:pt>
                <c:pt idx="363">
                  <c:v>1</c:v>
                </c:pt>
                <c:pt idx="364">
                  <c:v>1</c:v>
                </c:pt>
                <c:pt idx="365">
                  <c:v>1</c:v>
                </c:pt>
                <c:pt idx="366">
                  <c:v>1</c:v>
                </c:pt>
                <c:pt idx="367">
                  <c:v>1</c:v>
                </c:pt>
                <c:pt idx="368">
                  <c:v>1</c:v>
                </c:pt>
                <c:pt idx="369">
                  <c:v>1</c:v>
                </c:pt>
                <c:pt idx="370">
                  <c:v>1</c:v>
                </c:pt>
                <c:pt idx="371">
                  <c:v>1</c:v>
                </c:pt>
                <c:pt idx="372">
                  <c:v>1</c:v>
                </c:pt>
                <c:pt idx="373">
                  <c:v>1</c:v>
                </c:pt>
                <c:pt idx="374">
                  <c:v>1</c:v>
                </c:pt>
                <c:pt idx="375">
                  <c:v>1</c:v>
                </c:pt>
                <c:pt idx="376">
                  <c:v>1</c:v>
                </c:pt>
                <c:pt idx="377">
                  <c:v>1</c:v>
                </c:pt>
                <c:pt idx="378">
                  <c:v>1</c:v>
                </c:pt>
                <c:pt idx="379">
                  <c:v>1</c:v>
                </c:pt>
                <c:pt idx="380">
                  <c:v>1</c:v>
                </c:pt>
                <c:pt idx="381">
                  <c:v>1</c:v>
                </c:pt>
                <c:pt idx="382">
                  <c:v>1</c:v>
                </c:pt>
                <c:pt idx="383">
                  <c:v>1</c:v>
                </c:pt>
                <c:pt idx="384">
                  <c:v>1</c:v>
                </c:pt>
                <c:pt idx="385">
                  <c:v>1</c:v>
                </c:pt>
                <c:pt idx="386">
                  <c:v>1</c:v>
                </c:pt>
                <c:pt idx="387">
                  <c:v>1</c:v>
                </c:pt>
                <c:pt idx="388">
                  <c:v>1</c:v>
                </c:pt>
                <c:pt idx="389">
                  <c:v>1</c:v>
                </c:pt>
                <c:pt idx="390">
                  <c:v>1</c:v>
                </c:pt>
                <c:pt idx="391">
                  <c:v>1</c:v>
                </c:pt>
                <c:pt idx="392">
                  <c:v>1</c:v>
                </c:pt>
                <c:pt idx="393">
                  <c:v>1</c:v>
                </c:pt>
                <c:pt idx="394">
                  <c:v>1</c:v>
                </c:pt>
                <c:pt idx="395">
                  <c:v>1</c:v>
                </c:pt>
                <c:pt idx="396">
                  <c:v>1</c:v>
                </c:pt>
                <c:pt idx="397">
                  <c:v>1</c:v>
                </c:pt>
                <c:pt idx="398">
                  <c:v>1</c:v>
                </c:pt>
                <c:pt idx="399">
                  <c:v>1</c:v>
                </c:pt>
                <c:pt idx="400">
                  <c:v>1</c:v>
                </c:pt>
                <c:pt idx="401">
                  <c:v>1</c:v>
                </c:pt>
                <c:pt idx="402">
                  <c:v>1</c:v>
                </c:pt>
                <c:pt idx="403">
                  <c:v>1</c:v>
                </c:pt>
                <c:pt idx="404">
                  <c:v>1</c:v>
                </c:pt>
                <c:pt idx="405">
                  <c:v>1</c:v>
                </c:pt>
                <c:pt idx="406">
                  <c:v>1</c:v>
                </c:pt>
                <c:pt idx="407">
                  <c:v>1</c:v>
                </c:pt>
                <c:pt idx="408">
                  <c:v>1</c:v>
                </c:pt>
                <c:pt idx="409">
                  <c:v>1</c:v>
                </c:pt>
                <c:pt idx="410">
                  <c:v>1</c:v>
                </c:pt>
                <c:pt idx="411">
                  <c:v>1</c:v>
                </c:pt>
                <c:pt idx="412">
                  <c:v>1</c:v>
                </c:pt>
                <c:pt idx="413">
                  <c:v>1</c:v>
                </c:pt>
                <c:pt idx="414">
                  <c:v>1</c:v>
                </c:pt>
                <c:pt idx="415">
                  <c:v>1</c:v>
                </c:pt>
                <c:pt idx="416">
                  <c:v>1</c:v>
                </c:pt>
                <c:pt idx="417">
                  <c:v>1</c:v>
                </c:pt>
                <c:pt idx="418">
                  <c:v>1</c:v>
                </c:pt>
                <c:pt idx="419">
                  <c:v>1</c:v>
                </c:pt>
                <c:pt idx="420">
                  <c:v>1</c:v>
                </c:pt>
                <c:pt idx="421">
                  <c:v>1</c:v>
                </c:pt>
                <c:pt idx="422">
                  <c:v>1</c:v>
                </c:pt>
                <c:pt idx="423">
                  <c:v>1</c:v>
                </c:pt>
                <c:pt idx="424">
                  <c:v>1</c:v>
                </c:pt>
                <c:pt idx="425">
                  <c:v>1</c:v>
                </c:pt>
                <c:pt idx="426">
                  <c:v>1</c:v>
                </c:pt>
                <c:pt idx="427">
                  <c:v>1</c:v>
                </c:pt>
                <c:pt idx="428">
                  <c:v>1</c:v>
                </c:pt>
                <c:pt idx="429">
                  <c:v>1</c:v>
                </c:pt>
                <c:pt idx="430">
                  <c:v>1</c:v>
                </c:pt>
                <c:pt idx="431">
                  <c:v>1</c:v>
                </c:pt>
                <c:pt idx="432">
                  <c:v>1</c:v>
                </c:pt>
                <c:pt idx="433">
                  <c:v>1</c:v>
                </c:pt>
                <c:pt idx="434">
                  <c:v>1</c:v>
                </c:pt>
                <c:pt idx="435">
                  <c:v>1</c:v>
                </c:pt>
                <c:pt idx="436">
                  <c:v>1</c:v>
                </c:pt>
                <c:pt idx="437">
                  <c:v>1</c:v>
                </c:pt>
                <c:pt idx="438">
                  <c:v>1</c:v>
                </c:pt>
                <c:pt idx="439">
                  <c:v>1</c:v>
                </c:pt>
                <c:pt idx="440">
                  <c:v>1</c:v>
                </c:pt>
                <c:pt idx="441">
                  <c:v>1</c:v>
                </c:pt>
                <c:pt idx="442">
                  <c:v>1</c:v>
                </c:pt>
                <c:pt idx="443">
                  <c:v>1</c:v>
                </c:pt>
                <c:pt idx="444">
                  <c:v>1</c:v>
                </c:pt>
                <c:pt idx="445">
                  <c:v>1</c:v>
                </c:pt>
                <c:pt idx="446">
                  <c:v>1</c:v>
                </c:pt>
                <c:pt idx="447">
                  <c:v>1</c:v>
                </c:pt>
                <c:pt idx="448">
                  <c:v>1</c:v>
                </c:pt>
                <c:pt idx="449">
                  <c:v>1</c:v>
                </c:pt>
                <c:pt idx="450">
                  <c:v>1</c:v>
                </c:pt>
                <c:pt idx="451">
                  <c:v>1</c:v>
                </c:pt>
                <c:pt idx="452">
                  <c:v>1</c:v>
                </c:pt>
                <c:pt idx="453">
                  <c:v>1</c:v>
                </c:pt>
                <c:pt idx="454">
                  <c:v>1</c:v>
                </c:pt>
                <c:pt idx="455">
                  <c:v>1</c:v>
                </c:pt>
                <c:pt idx="456">
                  <c:v>1</c:v>
                </c:pt>
                <c:pt idx="457">
                  <c:v>1</c:v>
                </c:pt>
                <c:pt idx="458">
                  <c:v>1</c:v>
                </c:pt>
                <c:pt idx="459">
                  <c:v>1</c:v>
                </c:pt>
                <c:pt idx="460">
                  <c:v>1</c:v>
                </c:pt>
                <c:pt idx="461">
                  <c:v>1</c:v>
                </c:pt>
                <c:pt idx="462">
                  <c:v>1</c:v>
                </c:pt>
                <c:pt idx="463">
                  <c:v>1</c:v>
                </c:pt>
                <c:pt idx="464">
                  <c:v>1</c:v>
                </c:pt>
                <c:pt idx="465">
                  <c:v>1</c:v>
                </c:pt>
                <c:pt idx="466">
                  <c:v>1</c:v>
                </c:pt>
                <c:pt idx="467">
                  <c:v>1</c:v>
                </c:pt>
                <c:pt idx="468">
                  <c:v>1</c:v>
                </c:pt>
                <c:pt idx="469">
                  <c:v>1</c:v>
                </c:pt>
                <c:pt idx="470">
                  <c:v>1</c:v>
                </c:pt>
                <c:pt idx="471">
                  <c:v>1</c:v>
                </c:pt>
                <c:pt idx="472">
                  <c:v>1</c:v>
                </c:pt>
                <c:pt idx="473">
                  <c:v>1</c:v>
                </c:pt>
                <c:pt idx="474">
                  <c:v>1</c:v>
                </c:pt>
                <c:pt idx="475">
                  <c:v>1</c:v>
                </c:pt>
                <c:pt idx="476">
                  <c:v>1</c:v>
                </c:pt>
                <c:pt idx="477">
                  <c:v>1</c:v>
                </c:pt>
                <c:pt idx="478">
                  <c:v>1</c:v>
                </c:pt>
                <c:pt idx="479">
                  <c:v>1</c:v>
                </c:pt>
                <c:pt idx="480">
                  <c:v>1</c:v>
                </c:pt>
                <c:pt idx="481">
                  <c:v>1</c:v>
                </c:pt>
                <c:pt idx="482">
                  <c:v>1</c:v>
                </c:pt>
                <c:pt idx="483">
                  <c:v>1</c:v>
                </c:pt>
                <c:pt idx="484">
                  <c:v>1</c:v>
                </c:pt>
                <c:pt idx="485">
                  <c:v>1</c:v>
                </c:pt>
                <c:pt idx="486">
                  <c:v>1</c:v>
                </c:pt>
                <c:pt idx="487">
                  <c:v>1</c:v>
                </c:pt>
                <c:pt idx="488">
                  <c:v>1</c:v>
                </c:pt>
                <c:pt idx="489">
                  <c:v>1</c:v>
                </c:pt>
                <c:pt idx="490">
                  <c:v>1</c:v>
                </c:pt>
                <c:pt idx="491">
                  <c:v>1</c:v>
                </c:pt>
                <c:pt idx="492">
                  <c:v>1</c:v>
                </c:pt>
                <c:pt idx="493">
                  <c:v>1</c:v>
                </c:pt>
                <c:pt idx="494">
                  <c:v>1</c:v>
                </c:pt>
                <c:pt idx="495">
                  <c:v>1</c:v>
                </c:pt>
                <c:pt idx="496">
                  <c:v>1</c:v>
                </c:pt>
                <c:pt idx="497">
                  <c:v>1</c:v>
                </c:pt>
                <c:pt idx="498">
                  <c:v>1</c:v>
                </c:pt>
                <c:pt idx="499">
                  <c:v>1</c:v>
                </c:pt>
                <c:pt idx="500">
                  <c:v>1</c:v>
                </c:pt>
                <c:pt idx="501">
                  <c:v>1</c:v>
                </c:pt>
                <c:pt idx="502">
                  <c:v>1</c:v>
                </c:pt>
                <c:pt idx="503">
                  <c:v>1</c:v>
                </c:pt>
                <c:pt idx="504">
                  <c:v>1</c:v>
                </c:pt>
                <c:pt idx="505">
                  <c:v>1</c:v>
                </c:pt>
                <c:pt idx="506">
                  <c:v>1</c:v>
                </c:pt>
                <c:pt idx="507">
                  <c:v>1</c:v>
                </c:pt>
                <c:pt idx="508">
                  <c:v>1</c:v>
                </c:pt>
                <c:pt idx="509">
                  <c:v>1</c:v>
                </c:pt>
                <c:pt idx="510">
                  <c:v>1</c:v>
                </c:pt>
                <c:pt idx="511">
                  <c:v>1</c:v>
                </c:pt>
                <c:pt idx="512">
                  <c:v>1</c:v>
                </c:pt>
                <c:pt idx="513">
                  <c:v>1</c:v>
                </c:pt>
                <c:pt idx="514">
                  <c:v>1</c:v>
                </c:pt>
                <c:pt idx="515">
                  <c:v>1</c:v>
                </c:pt>
                <c:pt idx="516">
                  <c:v>1</c:v>
                </c:pt>
                <c:pt idx="517">
                  <c:v>1</c:v>
                </c:pt>
                <c:pt idx="518">
                  <c:v>1</c:v>
                </c:pt>
                <c:pt idx="519">
                  <c:v>1</c:v>
                </c:pt>
                <c:pt idx="520">
                  <c:v>1</c:v>
                </c:pt>
                <c:pt idx="521">
                  <c:v>1</c:v>
                </c:pt>
                <c:pt idx="522">
                  <c:v>1</c:v>
                </c:pt>
                <c:pt idx="523">
                  <c:v>1</c:v>
                </c:pt>
                <c:pt idx="524">
                  <c:v>1</c:v>
                </c:pt>
                <c:pt idx="525">
                  <c:v>1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1</c:v>
                </c:pt>
                <c:pt idx="530">
                  <c:v>1</c:v>
                </c:pt>
                <c:pt idx="531">
                  <c:v>1</c:v>
                </c:pt>
                <c:pt idx="532">
                  <c:v>1</c:v>
                </c:pt>
                <c:pt idx="533">
                  <c:v>1</c:v>
                </c:pt>
                <c:pt idx="534">
                  <c:v>1</c:v>
                </c:pt>
                <c:pt idx="535">
                  <c:v>1</c:v>
                </c:pt>
                <c:pt idx="536">
                  <c:v>1</c:v>
                </c:pt>
                <c:pt idx="537">
                  <c:v>1</c:v>
                </c:pt>
                <c:pt idx="538">
                  <c:v>1</c:v>
                </c:pt>
                <c:pt idx="539">
                  <c:v>1</c:v>
                </c:pt>
                <c:pt idx="540">
                  <c:v>1</c:v>
                </c:pt>
                <c:pt idx="541">
                  <c:v>1</c:v>
                </c:pt>
                <c:pt idx="542">
                  <c:v>1</c:v>
                </c:pt>
                <c:pt idx="543">
                  <c:v>1</c:v>
                </c:pt>
                <c:pt idx="544">
                  <c:v>1</c:v>
                </c:pt>
                <c:pt idx="545">
                  <c:v>1</c:v>
                </c:pt>
                <c:pt idx="546">
                  <c:v>1</c:v>
                </c:pt>
                <c:pt idx="547">
                  <c:v>1</c:v>
                </c:pt>
                <c:pt idx="548">
                  <c:v>1</c:v>
                </c:pt>
                <c:pt idx="549">
                  <c:v>1</c:v>
                </c:pt>
                <c:pt idx="550">
                  <c:v>1</c:v>
                </c:pt>
                <c:pt idx="551">
                  <c:v>1</c:v>
                </c:pt>
                <c:pt idx="552">
                  <c:v>1</c:v>
                </c:pt>
                <c:pt idx="553">
                  <c:v>1</c:v>
                </c:pt>
                <c:pt idx="554">
                  <c:v>1</c:v>
                </c:pt>
                <c:pt idx="555">
                  <c:v>1</c:v>
                </c:pt>
                <c:pt idx="556">
                  <c:v>1</c:v>
                </c:pt>
                <c:pt idx="557">
                  <c:v>1</c:v>
                </c:pt>
                <c:pt idx="558">
                  <c:v>1</c:v>
                </c:pt>
                <c:pt idx="559">
                  <c:v>1</c:v>
                </c:pt>
                <c:pt idx="560">
                  <c:v>1</c:v>
                </c:pt>
                <c:pt idx="561">
                  <c:v>1</c:v>
                </c:pt>
                <c:pt idx="562">
                  <c:v>1</c:v>
                </c:pt>
                <c:pt idx="563">
                  <c:v>1</c:v>
                </c:pt>
                <c:pt idx="564">
                  <c:v>1</c:v>
                </c:pt>
                <c:pt idx="565">
                  <c:v>1</c:v>
                </c:pt>
                <c:pt idx="566">
                  <c:v>1</c:v>
                </c:pt>
                <c:pt idx="567">
                  <c:v>1</c:v>
                </c:pt>
                <c:pt idx="568">
                  <c:v>1</c:v>
                </c:pt>
                <c:pt idx="569">
                  <c:v>1</c:v>
                </c:pt>
                <c:pt idx="570">
                  <c:v>1</c:v>
                </c:pt>
                <c:pt idx="571">
                  <c:v>1</c:v>
                </c:pt>
                <c:pt idx="572">
                  <c:v>1</c:v>
                </c:pt>
                <c:pt idx="573">
                  <c:v>1</c:v>
                </c:pt>
                <c:pt idx="574">
                  <c:v>1</c:v>
                </c:pt>
                <c:pt idx="575">
                  <c:v>1</c:v>
                </c:pt>
                <c:pt idx="576">
                  <c:v>1</c:v>
                </c:pt>
                <c:pt idx="577">
                  <c:v>1</c:v>
                </c:pt>
                <c:pt idx="578">
                  <c:v>1</c:v>
                </c:pt>
                <c:pt idx="579">
                  <c:v>1</c:v>
                </c:pt>
                <c:pt idx="580">
                  <c:v>1</c:v>
                </c:pt>
                <c:pt idx="581">
                  <c:v>1</c:v>
                </c:pt>
                <c:pt idx="582">
                  <c:v>1</c:v>
                </c:pt>
                <c:pt idx="583">
                  <c:v>1</c:v>
                </c:pt>
                <c:pt idx="584">
                  <c:v>1</c:v>
                </c:pt>
                <c:pt idx="585">
                  <c:v>1</c:v>
                </c:pt>
                <c:pt idx="586">
                  <c:v>1</c:v>
                </c:pt>
                <c:pt idx="587">
                  <c:v>1</c:v>
                </c:pt>
                <c:pt idx="588">
                  <c:v>1</c:v>
                </c:pt>
                <c:pt idx="589">
                  <c:v>1</c:v>
                </c:pt>
                <c:pt idx="590">
                  <c:v>1</c:v>
                </c:pt>
                <c:pt idx="591">
                  <c:v>1</c:v>
                </c:pt>
                <c:pt idx="592">
                  <c:v>1</c:v>
                </c:pt>
                <c:pt idx="593">
                  <c:v>1</c:v>
                </c:pt>
                <c:pt idx="594">
                  <c:v>1</c:v>
                </c:pt>
                <c:pt idx="595">
                  <c:v>1</c:v>
                </c:pt>
                <c:pt idx="596">
                  <c:v>1</c:v>
                </c:pt>
                <c:pt idx="597">
                  <c:v>1</c:v>
                </c:pt>
                <c:pt idx="598">
                  <c:v>1</c:v>
                </c:pt>
                <c:pt idx="599">
                  <c:v>1</c:v>
                </c:pt>
                <c:pt idx="600">
                  <c:v>1</c:v>
                </c:pt>
                <c:pt idx="601">
                  <c:v>1</c:v>
                </c:pt>
                <c:pt idx="602">
                  <c:v>1</c:v>
                </c:pt>
                <c:pt idx="603">
                  <c:v>1</c:v>
                </c:pt>
                <c:pt idx="604">
                  <c:v>1</c:v>
                </c:pt>
                <c:pt idx="605">
                  <c:v>1</c:v>
                </c:pt>
                <c:pt idx="606">
                  <c:v>1</c:v>
                </c:pt>
                <c:pt idx="607">
                  <c:v>1</c:v>
                </c:pt>
                <c:pt idx="608">
                  <c:v>1</c:v>
                </c:pt>
                <c:pt idx="60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26-44F6-B585-BAAF98E0D9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9119456"/>
        <c:axId val="629117536"/>
      </c:barChart>
      <c:catAx>
        <c:axId val="6291194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 dirty="0"/>
                  <a:t>Value</a:t>
                </a:r>
              </a:p>
            </c:rich>
          </c:tx>
          <c:layout>
            <c:manualLayout>
              <c:xMode val="edge"/>
              <c:yMode val="edge"/>
              <c:x val="0.50106736657917761"/>
              <c:y val="0.9177133078268965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L"/>
            </a:p>
          </c:txPr>
        </c:title>
        <c:numFmt formatCode="#,##0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629117536"/>
        <c:crosses val="autoZero"/>
        <c:auto val="1"/>
        <c:lblAlgn val="ctr"/>
        <c:lblOffset val="120"/>
        <c:tickLblSkip val="50"/>
        <c:tickMarkSkip val="50"/>
        <c:noMultiLvlLbl val="0"/>
      </c:catAx>
      <c:valAx>
        <c:axId val="629117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629119456"/>
        <c:crossesAt val="0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PDF (1000</a:t>
            </a:r>
            <a:r>
              <a:rPr lang="en-US" sz="2800" baseline="0" dirty="0"/>
              <a:t> samples</a:t>
            </a:r>
            <a:r>
              <a:rPr lang="en-US" sz="2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space=0-610</a:t>
            </a:r>
            <a:r>
              <a:rPr lang="en-US" sz="2800" baseline="0" dirty="0"/>
              <a:t>)</a:t>
            </a:r>
            <a:endParaRPr lang="en-US" sz="2800" dirty="0"/>
          </a:p>
        </c:rich>
      </c:tx>
      <c:layout>
        <c:manualLayout>
          <c:xMode val="edge"/>
          <c:yMode val="edge"/>
          <c:x val="0.35061594202898549"/>
          <c:y val="9.073220532483737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8303149606299225E-2"/>
          <c:y val="0.17634259259259263"/>
          <c:w val="0.87114129483814529"/>
          <c:h val="0.6354301757000484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CDF!$A$2:$A$611</c:f>
              <c:numCache>
                <c:formatCode>General</c:formatCode>
                <c:ptCount val="6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  <c:pt idx="600">
                  <c:v>600</c:v>
                </c:pt>
                <c:pt idx="601">
                  <c:v>601</c:v>
                </c:pt>
                <c:pt idx="602">
                  <c:v>602</c:v>
                </c:pt>
                <c:pt idx="603">
                  <c:v>603</c:v>
                </c:pt>
                <c:pt idx="604">
                  <c:v>604</c:v>
                </c:pt>
                <c:pt idx="605">
                  <c:v>605</c:v>
                </c:pt>
                <c:pt idx="606">
                  <c:v>606</c:v>
                </c:pt>
                <c:pt idx="607">
                  <c:v>607</c:v>
                </c:pt>
                <c:pt idx="608">
                  <c:v>608</c:v>
                </c:pt>
                <c:pt idx="609">
                  <c:v>609</c:v>
                </c:pt>
              </c:numCache>
            </c:numRef>
          </c:cat>
          <c:val>
            <c:numRef>
              <c:f>CDF!$C$2:$C$611</c:f>
              <c:numCache>
                <c:formatCode>General</c:formatCode>
                <c:ptCount val="610"/>
                <c:pt idx="0">
                  <c:v>1E-3</c:v>
                </c:pt>
                <c:pt idx="1">
                  <c:v>2.9000000000000001E-2</c:v>
                </c:pt>
                <c:pt idx="2">
                  <c:v>1E-3</c:v>
                </c:pt>
                <c:pt idx="3">
                  <c:v>2.9000000000000001E-2</c:v>
                </c:pt>
                <c:pt idx="4">
                  <c:v>1E-3</c:v>
                </c:pt>
                <c:pt idx="5">
                  <c:v>2.9000000000000001E-2</c:v>
                </c:pt>
                <c:pt idx="6">
                  <c:v>1E-3</c:v>
                </c:pt>
                <c:pt idx="7">
                  <c:v>2.9000000000000001E-2</c:v>
                </c:pt>
                <c:pt idx="8">
                  <c:v>1E-3</c:v>
                </c:pt>
                <c:pt idx="9">
                  <c:v>2.9000000000000001E-2</c:v>
                </c:pt>
                <c:pt idx="10">
                  <c:v>1E-3</c:v>
                </c:pt>
                <c:pt idx="11">
                  <c:v>2.9000000000000001E-2</c:v>
                </c:pt>
                <c:pt idx="12">
                  <c:v>1E-3</c:v>
                </c:pt>
                <c:pt idx="13">
                  <c:v>2.9000000000000001E-2</c:v>
                </c:pt>
                <c:pt idx="14">
                  <c:v>1E-3</c:v>
                </c:pt>
                <c:pt idx="15">
                  <c:v>2.9000000000000001E-2</c:v>
                </c:pt>
                <c:pt idx="16">
                  <c:v>1E-3</c:v>
                </c:pt>
                <c:pt idx="17">
                  <c:v>2.9000000000000001E-2</c:v>
                </c:pt>
                <c:pt idx="18">
                  <c:v>1E-3</c:v>
                </c:pt>
                <c:pt idx="19">
                  <c:v>2.9000000000000001E-2</c:v>
                </c:pt>
                <c:pt idx="20">
                  <c:v>1E-3</c:v>
                </c:pt>
                <c:pt idx="21">
                  <c:v>1E-3</c:v>
                </c:pt>
                <c:pt idx="22">
                  <c:v>1E-3</c:v>
                </c:pt>
                <c:pt idx="23">
                  <c:v>1E-3</c:v>
                </c:pt>
                <c:pt idx="24">
                  <c:v>1E-3</c:v>
                </c:pt>
                <c:pt idx="25">
                  <c:v>1E-3</c:v>
                </c:pt>
                <c:pt idx="26">
                  <c:v>1E-3</c:v>
                </c:pt>
                <c:pt idx="27">
                  <c:v>1E-3</c:v>
                </c:pt>
                <c:pt idx="28">
                  <c:v>1E-3</c:v>
                </c:pt>
                <c:pt idx="29">
                  <c:v>1E-3</c:v>
                </c:pt>
                <c:pt idx="30">
                  <c:v>1E-3</c:v>
                </c:pt>
                <c:pt idx="31">
                  <c:v>1E-3</c:v>
                </c:pt>
                <c:pt idx="32">
                  <c:v>1E-3</c:v>
                </c:pt>
                <c:pt idx="33">
                  <c:v>1E-3</c:v>
                </c:pt>
                <c:pt idx="34">
                  <c:v>1E-3</c:v>
                </c:pt>
                <c:pt idx="35">
                  <c:v>1E-3</c:v>
                </c:pt>
                <c:pt idx="36">
                  <c:v>1E-3</c:v>
                </c:pt>
                <c:pt idx="37">
                  <c:v>1E-3</c:v>
                </c:pt>
                <c:pt idx="38">
                  <c:v>1E-3</c:v>
                </c:pt>
                <c:pt idx="39">
                  <c:v>1E-3</c:v>
                </c:pt>
                <c:pt idx="40">
                  <c:v>1E-3</c:v>
                </c:pt>
                <c:pt idx="41">
                  <c:v>1E-3</c:v>
                </c:pt>
                <c:pt idx="42">
                  <c:v>1E-3</c:v>
                </c:pt>
                <c:pt idx="43">
                  <c:v>1E-3</c:v>
                </c:pt>
                <c:pt idx="44">
                  <c:v>1E-3</c:v>
                </c:pt>
                <c:pt idx="45">
                  <c:v>1E-3</c:v>
                </c:pt>
                <c:pt idx="46">
                  <c:v>1E-3</c:v>
                </c:pt>
                <c:pt idx="47">
                  <c:v>1E-3</c:v>
                </c:pt>
                <c:pt idx="48">
                  <c:v>1E-3</c:v>
                </c:pt>
                <c:pt idx="49">
                  <c:v>1E-3</c:v>
                </c:pt>
                <c:pt idx="50">
                  <c:v>1E-3</c:v>
                </c:pt>
                <c:pt idx="51">
                  <c:v>1E-3</c:v>
                </c:pt>
                <c:pt idx="52">
                  <c:v>1E-3</c:v>
                </c:pt>
                <c:pt idx="53">
                  <c:v>1E-3</c:v>
                </c:pt>
                <c:pt idx="54">
                  <c:v>1E-3</c:v>
                </c:pt>
                <c:pt idx="55">
                  <c:v>1E-3</c:v>
                </c:pt>
                <c:pt idx="56">
                  <c:v>1E-3</c:v>
                </c:pt>
                <c:pt idx="57">
                  <c:v>1E-3</c:v>
                </c:pt>
                <c:pt idx="58">
                  <c:v>1E-3</c:v>
                </c:pt>
                <c:pt idx="59">
                  <c:v>1E-3</c:v>
                </c:pt>
                <c:pt idx="60">
                  <c:v>1E-3</c:v>
                </c:pt>
                <c:pt idx="61">
                  <c:v>1E-3</c:v>
                </c:pt>
                <c:pt idx="62">
                  <c:v>1E-3</c:v>
                </c:pt>
                <c:pt idx="63">
                  <c:v>1E-3</c:v>
                </c:pt>
                <c:pt idx="64">
                  <c:v>1E-3</c:v>
                </c:pt>
                <c:pt idx="65">
                  <c:v>1E-3</c:v>
                </c:pt>
                <c:pt idx="66">
                  <c:v>1E-3</c:v>
                </c:pt>
                <c:pt idx="67">
                  <c:v>1E-3</c:v>
                </c:pt>
                <c:pt idx="68">
                  <c:v>1E-3</c:v>
                </c:pt>
                <c:pt idx="69">
                  <c:v>1E-3</c:v>
                </c:pt>
                <c:pt idx="70">
                  <c:v>1E-3</c:v>
                </c:pt>
                <c:pt idx="71">
                  <c:v>1E-3</c:v>
                </c:pt>
                <c:pt idx="72">
                  <c:v>1E-3</c:v>
                </c:pt>
                <c:pt idx="73">
                  <c:v>1E-3</c:v>
                </c:pt>
                <c:pt idx="74">
                  <c:v>1E-3</c:v>
                </c:pt>
                <c:pt idx="75">
                  <c:v>1E-3</c:v>
                </c:pt>
                <c:pt idx="76">
                  <c:v>1E-3</c:v>
                </c:pt>
                <c:pt idx="77">
                  <c:v>1E-3</c:v>
                </c:pt>
                <c:pt idx="78">
                  <c:v>1E-3</c:v>
                </c:pt>
                <c:pt idx="79">
                  <c:v>1E-3</c:v>
                </c:pt>
                <c:pt idx="80">
                  <c:v>1E-3</c:v>
                </c:pt>
                <c:pt idx="81">
                  <c:v>1E-3</c:v>
                </c:pt>
                <c:pt idx="82">
                  <c:v>1E-3</c:v>
                </c:pt>
                <c:pt idx="83">
                  <c:v>1E-3</c:v>
                </c:pt>
                <c:pt idx="84">
                  <c:v>1E-3</c:v>
                </c:pt>
                <c:pt idx="85">
                  <c:v>1E-3</c:v>
                </c:pt>
                <c:pt idx="86">
                  <c:v>1E-3</c:v>
                </c:pt>
                <c:pt idx="87">
                  <c:v>1E-3</c:v>
                </c:pt>
                <c:pt idx="88">
                  <c:v>1E-3</c:v>
                </c:pt>
                <c:pt idx="89">
                  <c:v>1E-3</c:v>
                </c:pt>
                <c:pt idx="90">
                  <c:v>1E-3</c:v>
                </c:pt>
                <c:pt idx="91">
                  <c:v>1E-3</c:v>
                </c:pt>
                <c:pt idx="92">
                  <c:v>1E-3</c:v>
                </c:pt>
                <c:pt idx="93">
                  <c:v>1E-3</c:v>
                </c:pt>
                <c:pt idx="94">
                  <c:v>1E-3</c:v>
                </c:pt>
                <c:pt idx="95">
                  <c:v>1E-3</c:v>
                </c:pt>
                <c:pt idx="96">
                  <c:v>1E-3</c:v>
                </c:pt>
                <c:pt idx="97">
                  <c:v>1E-3</c:v>
                </c:pt>
                <c:pt idx="98">
                  <c:v>1E-3</c:v>
                </c:pt>
                <c:pt idx="99">
                  <c:v>1E-3</c:v>
                </c:pt>
                <c:pt idx="100">
                  <c:v>8.9999999999999993E-3</c:v>
                </c:pt>
                <c:pt idx="101">
                  <c:v>1E-3</c:v>
                </c:pt>
                <c:pt idx="102">
                  <c:v>8.9999999999999993E-3</c:v>
                </c:pt>
                <c:pt idx="103">
                  <c:v>1E-3</c:v>
                </c:pt>
                <c:pt idx="104">
                  <c:v>8.9999999999999993E-3</c:v>
                </c:pt>
                <c:pt idx="105">
                  <c:v>1E-3</c:v>
                </c:pt>
                <c:pt idx="106">
                  <c:v>8.9999999999999993E-3</c:v>
                </c:pt>
                <c:pt idx="107">
                  <c:v>1E-3</c:v>
                </c:pt>
                <c:pt idx="108">
                  <c:v>8.9999999999999993E-3</c:v>
                </c:pt>
                <c:pt idx="109">
                  <c:v>1E-3</c:v>
                </c:pt>
                <c:pt idx="110">
                  <c:v>8.9999999999999993E-3</c:v>
                </c:pt>
                <c:pt idx="111">
                  <c:v>1E-3</c:v>
                </c:pt>
                <c:pt idx="112">
                  <c:v>8.9999999999999993E-3</c:v>
                </c:pt>
                <c:pt idx="113">
                  <c:v>1E-3</c:v>
                </c:pt>
                <c:pt idx="114">
                  <c:v>8.9999999999999993E-3</c:v>
                </c:pt>
                <c:pt idx="115">
                  <c:v>1E-3</c:v>
                </c:pt>
                <c:pt idx="116">
                  <c:v>8.9999999999999993E-3</c:v>
                </c:pt>
                <c:pt idx="117">
                  <c:v>1E-3</c:v>
                </c:pt>
                <c:pt idx="118">
                  <c:v>8.9999999999999993E-3</c:v>
                </c:pt>
                <c:pt idx="119">
                  <c:v>1E-3</c:v>
                </c:pt>
                <c:pt idx="120">
                  <c:v>8.9999999999999993E-3</c:v>
                </c:pt>
                <c:pt idx="121">
                  <c:v>1E-3</c:v>
                </c:pt>
                <c:pt idx="122">
                  <c:v>8.9999999999999993E-3</c:v>
                </c:pt>
                <c:pt idx="123">
                  <c:v>1E-3</c:v>
                </c:pt>
                <c:pt idx="124">
                  <c:v>8.9999999999999993E-3</c:v>
                </c:pt>
                <c:pt idx="125">
                  <c:v>1E-3</c:v>
                </c:pt>
                <c:pt idx="126">
                  <c:v>7.0000000000000001E-3</c:v>
                </c:pt>
                <c:pt idx="127">
                  <c:v>1E-3</c:v>
                </c:pt>
                <c:pt idx="128">
                  <c:v>1E-3</c:v>
                </c:pt>
                <c:pt idx="129">
                  <c:v>1E-3</c:v>
                </c:pt>
                <c:pt idx="130">
                  <c:v>1E-3</c:v>
                </c:pt>
                <c:pt idx="131">
                  <c:v>1E-3</c:v>
                </c:pt>
                <c:pt idx="132">
                  <c:v>1E-3</c:v>
                </c:pt>
                <c:pt idx="133">
                  <c:v>1E-3</c:v>
                </c:pt>
                <c:pt idx="134">
                  <c:v>1E-3</c:v>
                </c:pt>
                <c:pt idx="135">
                  <c:v>1E-3</c:v>
                </c:pt>
                <c:pt idx="136">
                  <c:v>1E-3</c:v>
                </c:pt>
                <c:pt idx="137">
                  <c:v>1E-3</c:v>
                </c:pt>
                <c:pt idx="138">
                  <c:v>1E-3</c:v>
                </c:pt>
                <c:pt idx="139">
                  <c:v>1E-3</c:v>
                </c:pt>
                <c:pt idx="140">
                  <c:v>1E-3</c:v>
                </c:pt>
                <c:pt idx="141">
                  <c:v>1E-3</c:v>
                </c:pt>
                <c:pt idx="142">
                  <c:v>1E-3</c:v>
                </c:pt>
                <c:pt idx="143">
                  <c:v>1E-3</c:v>
                </c:pt>
                <c:pt idx="144">
                  <c:v>1E-3</c:v>
                </c:pt>
                <c:pt idx="145">
                  <c:v>1E-3</c:v>
                </c:pt>
                <c:pt idx="146">
                  <c:v>1E-3</c:v>
                </c:pt>
                <c:pt idx="147">
                  <c:v>1E-3</c:v>
                </c:pt>
                <c:pt idx="148">
                  <c:v>1E-3</c:v>
                </c:pt>
                <c:pt idx="149">
                  <c:v>1E-3</c:v>
                </c:pt>
                <c:pt idx="150">
                  <c:v>1E-3</c:v>
                </c:pt>
                <c:pt idx="151">
                  <c:v>1E-3</c:v>
                </c:pt>
                <c:pt idx="152">
                  <c:v>1E-3</c:v>
                </c:pt>
                <c:pt idx="153">
                  <c:v>1E-3</c:v>
                </c:pt>
                <c:pt idx="154">
                  <c:v>1E-3</c:v>
                </c:pt>
                <c:pt idx="155">
                  <c:v>1E-3</c:v>
                </c:pt>
                <c:pt idx="156">
                  <c:v>1E-3</c:v>
                </c:pt>
                <c:pt idx="157">
                  <c:v>1E-3</c:v>
                </c:pt>
                <c:pt idx="158">
                  <c:v>1E-3</c:v>
                </c:pt>
                <c:pt idx="159">
                  <c:v>1E-3</c:v>
                </c:pt>
                <c:pt idx="160">
                  <c:v>1E-3</c:v>
                </c:pt>
                <c:pt idx="161">
                  <c:v>1E-3</c:v>
                </c:pt>
                <c:pt idx="162">
                  <c:v>1E-3</c:v>
                </c:pt>
                <c:pt idx="163">
                  <c:v>1E-3</c:v>
                </c:pt>
                <c:pt idx="164">
                  <c:v>1E-3</c:v>
                </c:pt>
                <c:pt idx="165">
                  <c:v>1E-3</c:v>
                </c:pt>
                <c:pt idx="166">
                  <c:v>1E-3</c:v>
                </c:pt>
                <c:pt idx="167">
                  <c:v>1E-3</c:v>
                </c:pt>
                <c:pt idx="168">
                  <c:v>1E-3</c:v>
                </c:pt>
                <c:pt idx="169">
                  <c:v>1E-3</c:v>
                </c:pt>
                <c:pt idx="170">
                  <c:v>1E-3</c:v>
                </c:pt>
                <c:pt idx="171">
                  <c:v>1E-3</c:v>
                </c:pt>
                <c:pt idx="172">
                  <c:v>1E-3</c:v>
                </c:pt>
                <c:pt idx="173">
                  <c:v>1E-3</c:v>
                </c:pt>
                <c:pt idx="174">
                  <c:v>1E-3</c:v>
                </c:pt>
                <c:pt idx="175">
                  <c:v>1E-3</c:v>
                </c:pt>
                <c:pt idx="176">
                  <c:v>1E-3</c:v>
                </c:pt>
                <c:pt idx="177">
                  <c:v>1E-3</c:v>
                </c:pt>
                <c:pt idx="178">
                  <c:v>1E-3</c:v>
                </c:pt>
                <c:pt idx="179">
                  <c:v>1E-3</c:v>
                </c:pt>
                <c:pt idx="180">
                  <c:v>1E-3</c:v>
                </c:pt>
                <c:pt idx="181">
                  <c:v>1E-3</c:v>
                </c:pt>
                <c:pt idx="182">
                  <c:v>1E-3</c:v>
                </c:pt>
                <c:pt idx="183">
                  <c:v>1E-3</c:v>
                </c:pt>
                <c:pt idx="184">
                  <c:v>1E-3</c:v>
                </c:pt>
                <c:pt idx="185">
                  <c:v>1E-3</c:v>
                </c:pt>
                <c:pt idx="186">
                  <c:v>1E-3</c:v>
                </c:pt>
                <c:pt idx="187">
                  <c:v>1E-3</c:v>
                </c:pt>
                <c:pt idx="188">
                  <c:v>1E-3</c:v>
                </c:pt>
                <c:pt idx="189">
                  <c:v>1E-3</c:v>
                </c:pt>
                <c:pt idx="190">
                  <c:v>1E-3</c:v>
                </c:pt>
                <c:pt idx="191">
                  <c:v>1E-3</c:v>
                </c:pt>
                <c:pt idx="192">
                  <c:v>1E-3</c:v>
                </c:pt>
                <c:pt idx="193">
                  <c:v>1E-3</c:v>
                </c:pt>
                <c:pt idx="194">
                  <c:v>1E-3</c:v>
                </c:pt>
                <c:pt idx="195">
                  <c:v>1E-3</c:v>
                </c:pt>
                <c:pt idx="196">
                  <c:v>1E-3</c:v>
                </c:pt>
                <c:pt idx="197">
                  <c:v>1E-3</c:v>
                </c:pt>
                <c:pt idx="198">
                  <c:v>1E-3</c:v>
                </c:pt>
                <c:pt idx="199">
                  <c:v>1E-3</c:v>
                </c:pt>
                <c:pt idx="200">
                  <c:v>1E-3</c:v>
                </c:pt>
                <c:pt idx="201">
                  <c:v>1E-3</c:v>
                </c:pt>
                <c:pt idx="202">
                  <c:v>1E-3</c:v>
                </c:pt>
                <c:pt idx="203">
                  <c:v>1E-3</c:v>
                </c:pt>
                <c:pt idx="204">
                  <c:v>1E-3</c:v>
                </c:pt>
                <c:pt idx="205">
                  <c:v>1E-3</c:v>
                </c:pt>
                <c:pt idx="206">
                  <c:v>1E-3</c:v>
                </c:pt>
                <c:pt idx="207">
                  <c:v>1E-3</c:v>
                </c:pt>
                <c:pt idx="208">
                  <c:v>1E-3</c:v>
                </c:pt>
                <c:pt idx="209">
                  <c:v>1E-3</c:v>
                </c:pt>
                <c:pt idx="210">
                  <c:v>1E-3</c:v>
                </c:pt>
                <c:pt idx="211">
                  <c:v>1E-3</c:v>
                </c:pt>
                <c:pt idx="212">
                  <c:v>1E-3</c:v>
                </c:pt>
                <c:pt idx="213">
                  <c:v>1E-3</c:v>
                </c:pt>
                <c:pt idx="214">
                  <c:v>1E-3</c:v>
                </c:pt>
                <c:pt idx="215">
                  <c:v>1E-3</c:v>
                </c:pt>
                <c:pt idx="216">
                  <c:v>1E-3</c:v>
                </c:pt>
                <c:pt idx="217">
                  <c:v>1E-3</c:v>
                </c:pt>
                <c:pt idx="218">
                  <c:v>1E-3</c:v>
                </c:pt>
                <c:pt idx="219">
                  <c:v>1E-3</c:v>
                </c:pt>
                <c:pt idx="220">
                  <c:v>1E-3</c:v>
                </c:pt>
                <c:pt idx="221">
                  <c:v>1E-3</c:v>
                </c:pt>
                <c:pt idx="222">
                  <c:v>1E-3</c:v>
                </c:pt>
                <c:pt idx="223">
                  <c:v>1E-3</c:v>
                </c:pt>
                <c:pt idx="224">
                  <c:v>1E-3</c:v>
                </c:pt>
                <c:pt idx="225">
                  <c:v>1E-3</c:v>
                </c:pt>
                <c:pt idx="226">
                  <c:v>1E-3</c:v>
                </c:pt>
                <c:pt idx="227">
                  <c:v>1E-3</c:v>
                </c:pt>
                <c:pt idx="228">
                  <c:v>1E-3</c:v>
                </c:pt>
                <c:pt idx="229">
                  <c:v>1E-3</c:v>
                </c:pt>
                <c:pt idx="230">
                  <c:v>1E-3</c:v>
                </c:pt>
                <c:pt idx="231">
                  <c:v>1E-3</c:v>
                </c:pt>
                <c:pt idx="232">
                  <c:v>1E-3</c:v>
                </c:pt>
                <c:pt idx="233">
                  <c:v>1E-3</c:v>
                </c:pt>
                <c:pt idx="234">
                  <c:v>1E-3</c:v>
                </c:pt>
                <c:pt idx="235">
                  <c:v>1E-3</c:v>
                </c:pt>
                <c:pt idx="236">
                  <c:v>1E-3</c:v>
                </c:pt>
                <c:pt idx="237">
                  <c:v>1E-3</c:v>
                </c:pt>
                <c:pt idx="238">
                  <c:v>1E-3</c:v>
                </c:pt>
                <c:pt idx="239">
                  <c:v>1E-3</c:v>
                </c:pt>
                <c:pt idx="240">
                  <c:v>1E-3</c:v>
                </c:pt>
                <c:pt idx="241">
                  <c:v>1E-3</c:v>
                </c:pt>
                <c:pt idx="242">
                  <c:v>1E-3</c:v>
                </c:pt>
                <c:pt idx="243">
                  <c:v>1E-3</c:v>
                </c:pt>
                <c:pt idx="244">
                  <c:v>1E-3</c:v>
                </c:pt>
                <c:pt idx="245">
                  <c:v>1E-3</c:v>
                </c:pt>
                <c:pt idx="246">
                  <c:v>1E-3</c:v>
                </c:pt>
                <c:pt idx="247">
                  <c:v>1E-3</c:v>
                </c:pt>
                <c:pt idx="248">
                  <c:v>1E-3</c:v>
                </c:pt>
                <c:pt idx="249">
                  <c:v>1E-3</c:v>
                </c:pt>
                <c:pt idx="250">
                  <c:v>1E-3</c:v>
                </c:pt>
                <c:pt idx="251">
                  <c:v>1E-3</c:v>
                </c:pt>
                <c:pt idx="252">
                  <c:v>1E-3</c:v>
                </c:pt>
                <c:pt idx="253">
                  <c:v>1E-3</c:v>
                </c:pt>
                <c:pt idx="254">
                  <c:v>1E-3</c:v>
                </c:pt>
                <c:pt idx="255">
                  <c:v>1E-3</c:v>
                </c:pt>
                <c:pt idx="256">
                  <c:v>1E-3</c:v>
                </c:pt>
                <c:pt idx="257">
                  <c:v>1E-3</c:v>
                </c:pt>
                <c:pt idx="258">
                  <c:v>1E-3</c:v>
                </c:pt>
                <c:pt idx="259">
                  <c:v>1E-3</c:v>
                </c:pt>
                <c:pt idx="260">
                  <c:v>1E-3</c:v>
                </c:pt>
                <c:pt idx="261">
                  <c:v>1E-3</c:v>
                </c:pt>
                <c:pt idx="262">
                  <c:v>1E-3</c:v>
                </c:pt>
                <c:pt idx="263">
                  <c:v>1E-3</c:v>
                </c:pt>
                <c:pt idx="264">
                  <c:v>1E-3</c:v>
                </c:pt>
                <c:pt idx="265">
                  <c:v>1E-3</c:v>
                </c:pt>
                <c:pt idx="266">
                  <c:v>1E-3</c:v>
                </c:pt>
                <c:pt idx="267">
                  <c:v>1E-3</c:v>
                </c:pt>
                <c:pt idx="268">
                  <c:v>1E-3</c:v>
                </c:pt>
                <c:pt idx="269">
                  <c:v>1E-3</c:v>
                </c:pt>
                <c:pt idx="270">
                  <c:v>1E-3</c:v>
                </c:pt>
                <c:pt idx="271">
                  <c:v>1E-3</c:v>
                </c:pt>
                <c:pt idx="272">
                  <c:v>1E-3</c:v>
                </c:pt>
                <c:pt idx="273">
                  <c:v>1E-3</c:v>
                </c:pt>
                <c:pt idx="274">
                  <c:v>1E-3</c:v>
                </c:pt>
                <c:pt idx="275">
                  <c:v>1E-3</c:v>
                </c:pt>
                <c:pt idx="276">
                  <c:v>1E-3</c:v>
                </c:pt>
                <c:pt idx="277">
                  <c:v>1E-3</c:v>
                </c:pt>
                <c:pt idx="278">
                  <c:v>1E-3</c:v>
                </c:pt>
                <c:pt idx="279">
                  <c:v>1E-3</c:v>
                </c:pt>
                <c:pt idx="280">
                  <c:v>1E-3</c:v>
                </c:pt>
                <c:pt idx="281">
                  <c:v>1E-3</c:v>
                </c:pt>
                <c:pt idx="282">
                  <c:v>1E-3</c:v>
                </c:pt>
                <c:pt idx="283">
                  <c:v>1E-3</c:v>
                </c:pt>
                <c:pt idx="284">
                  <c:v>1E-3</c:v>
                </c:pt>
                <c:pt idx="285">
                  <c:v>1E-3</c:v>
                </c:pt>
                <c:pt idx="286">
                  <c:v>1E-3</c:v>
                </c:pt>
                <c:pt idx="287">
                  <c:v>1E-3</c:v>
                </c:pt>
                <c:pt idx="288">
                  <c:v>1E-3</c:v>
                </c:pt>
                <c:pt idx="289">
                  <c:v>1E-3</c:v>
                </c:pt>
                <c:pt idx="290">
                  <c:v>1E-3</c:v>
                </c:pt>
                <c:pt idx="291">
                  <c:v>1E-3</c:v>
                </c:pt>
                <c:pt idx="292">
                  <c:v>1E-3</c:v>
                </c:pt>
                <c:pt idx="293">
                  <c:v>1E-3</c:v>
                </c:pt>
                <c:pt idx="294">
                  <c:v>1E-3</c:v>
                </c:pt>
                <c:pt idx="295">
                  <c:v>1E-3</c:v>
                </c:pt>
                <c:pt idx="296">
                  <c:v>1E-3</c:v>
                </c:pt>
                <c:pt idx="297">
                  <c:v>1E-3</c:v>
                </c:pt>
                <c:pt idx="298">
                  <c:v>1E-3</c:v>
                </c:pt>
                <c:pt idx="299">
                  <c:v>1E-3</c:v>
                </c:pt>
                <c:pt idx="300">
                  <c:v>1E-3</c:v>
                </c:pt>
                <c:pt idx="301">
                  <c:v>1E-3</c:v>
                </c:pt>
                <c:pt idx="302">
                  <c:v>1E-3</c:v>
                </c:pt>
                <c:pt idx="303">
                  <c:v>1E-3</c:v>
                </c:pt>
                <c:pt idx="304">
                  <c:v>1E-3</c:v>
                </c:pt>
                <c:pt idx="305">
                  <c:v>1E-3</c:v>
                </c:pt>
                <c:pt idx="306">
                  <c:v>1E-3</c:v>
                </c:pt>
                <c:pt idx="307">
                  <c:v>1E-3</c:v>
                </c:pt>
                <c:pt idx="308">
                  <c:v>1E-3</c:v>
                </c:pt>
                <c:pt idx="309">
                  <c:v>1E-3</c:v>
                </c:pt>
                <c:pt idx="310">
                  <c:v>1E-3</c:v>
                </c:pt>
                <c:pt idx="311">
                  <c:v>1E-3</c:v>
                </c:pt>
                <c:pt idx="312">
                  <c:v>1E-3</c:v>
                </c:pt>
                <c:pt idx="313">
                  <c:v>1E-3</c:v>
                </c:pt>
                <c:pt idx="314">
                  <c:v>1E-3</c:v>
                </c:pt>
                <c:pt idx="315">
                  <c:v>1E-3</c:v>
                </c:pt>
                <c:pt idx="316">
                  <c:v>1E-3</c:v>
                </c:pt>
                <c:pt idx="317">
                  <c:v>1E-3</c:v>
                </c:pt>
                <c:pt idx="318">
                  <c:v>1E-3</c:v>
                </c:pt>
                <c:pt idx="319">
                  <c:v>1E-3</c:v>
                </c:pt>
                <c:pt idx="320">
                  <c:v>1E-3</c:v>
                </c:pt>
                <c:pt idx="321">
                  <c:v>1E-3</c:v>
                </c:pt>
                <c:pt idx="322">
                  <c:v>1E-3</c:v>
                </c:pt>
                <c:pt idx="323">
                  <c:v>1E-3</c:v>
                </c:pt>
                <c:pt idx="324">
                  <c:v>1E-3</c:v>
                </c:pt>
                <c:pt idx="325">
                  <c:v>1E-3</c:v>
                </c:pt>
                <c:pt idx="326">
                  <c:v>1E-3</c:v>
                </c:pt>
                <c:pt idx="327">
                  <c:v>1E-3</c:v>
                </c:pt>
                <c:pt idx="328">
                  <c:v>1E-3</c:v>
                </c:pt>
                <c:pt idx="329">
                  <c:v>1E-3</c:v>
                </c:pt>
                <c:pt idx="330">
                  <c:v>1E-3</c:v>
                </c:pt>
                <c:pt idx="331">
                  <c:v>1E-3</c:v>
                </c:pt>
                <c:pt idx="332">
                  <c:v>1E-3</c:v>
                </c:pt>
                <c:pt idx="333">
                  <c:v>1E-3</c:v>
                </c:pt>
                <c:pt idx="334">
                  <c:v>1E-3</c:v>
                </c:pt>
                <c:pt idx="335">
                  <c:v>1E-3</c:v>
                </c:pt>
                <c:pt idx="336">
                  <c:v>1E-3</c:v>
                </c:pt>
                <c:pt idx="337">
                  <c:v>1E-3</c:v>
                </c:pt>
                <c:pt idx="338">
                  <c:v>1E-3</c:v>
                </c:pt>
                <c:pt idx="339">
                  <c:v>1E-3</c:v>
                </c:pt>
                <c:pt idx="340">
                  <c:v>1E-3</c:v>
                </c:pt>
                <c:pt idx="341">
                  <c:v>1E-3</c:v>
                </c:pt>
                <c:pt idx="342">
                  <c:v>1E-3</c:v>
                </c:pt>
                <c:pt idx="343">
                  <c:v>1E-3</c:v>
                </c:pt>
                <c:pt idx="344">
                  <c:v>1E-3</c:v>
                </c:pt>
                <c:pt idx="345">
                  <c:v>1E-3</c:v>
                </c:pt>
                <c:pt idx="346">
                  <c:v>1E-3</c:v>
                </c:pt>
                <c:pt idx="347">
                  <c:v>1E-3</c:v>
                </c:pt>
                <c:pt idx="348">
                  <c:v>1E-3</c:v>
                </c:pt>
                <c:pt idx="349">
                  <c:v>1E-3</c:v>
                </c:pt>
                <c:pt idx="350">
                  <c:v>1E-3</c:v>
                </c:pt>
                <c:pt idx="351">
                  <c:v>1E-3</c:v>
                </c:pt>
                <c:pt idx="352">
                  <c:v>1E-3</c:v>
                </c:pt>
                <c:pt idx="353">
                  <c:v>1E-3</c:v>
                </c:pt>
                <c:pt idx="354">
                  <c:v>1E-3</c:v>
                </c:pt>
                <c:pt idx="355">
                  <c:v>1E-3</c:v>
                </c:pt>
                <c:pt idx="356">
                  <c:v>1E-3</c:v>
                </c:pt>
                <c:pt idx="357">
                  <c:v>1E-3</c:v>
                </c:pt>
                <c:pt idx="358">
                  <c:v>1E-3</c:v>
                </c:pt>
                <c:pt idx="359">
                  <c:v>1E-3</c:v>
                </c:pt>
                <c:pt idx="360">
                  <c:v>1E-3</c:v>
                </c:pt>
                <c:pt idx="361">
                  <c:v>1E-3</c:v>
                </c:pt>
                <c:pt idx="362">
                  <c:v>1E-3</c:v>
                </c:pt>
                <c:pt idx="363">
                  <c:v>1E-3</c:v>
                </c:pt>
                <c:pt idx="364">
                  <c:v>1E-3</c:v>
                </c:pt>
                <c:pt idx="365">
                  <c:v>1E-3</c:v>
                </c:pt>
                <c:pt idx="366">
                  <c:v>1E-3</c:v>
                </c:pt>
                <c:pt idx="367">
                  <c:v>1E-3</c:v>
                </c:pt>
                <c:pt idx="368">
                  <c:v>1E-3</c:v>
                </c:pt>
                <c:pt idx="369">
                  <c:v>1E-3</c:v>
                </c:pt>
                <c:pt idx="370">
                  <c:v>1E-3</c:v>
                </c:pt>
                <c:pt idx="371">
                  <c:v>1E-3</c:v>
                </c:pt>
                <c:pt idx="372">
                  <c:v>1E-3</c:v>
                </c:pt>
                <c:pt idx="373">
                  <c:v>1E-3</c:v>
                </c:pt>
                <c:pt idx="374">
                  <c:v>1E-3</c:v>
                </c:pt>
                <c:pt idx="375">
                  <c:v>1E-3</c:v>
                </c:pt>
                <c:pt idx="376">
                  <c:v>1E-3</c:v>
                </c:pt>
                <c:pt idx="377">
                  <c:v>1E-3</c:v>
                </c:pt>
                <c:pt idx="378">
                  <c:v>1E-3</c:v>
                </c:pt>
                <c:pt idx="379">
                  <c:v>1E-3</c:v>
                </c:pt>
                <c:pt idx="380">
                  <c:v>1E-3</c:v>
                </c:pt>
                <c:pt idx="381">
                  <c:v>1E-3</c:v>
                </c:pt>
                <c:pt idx="382">
                  <c:v>1E-3</c:v>
                </c:pt>
                <c:pt idx="383">
                  <c:v>1E-3</c:v>
                </c:pt>
                <c:pt idx="384">
                  <c:v>1E-3</c:v>
                </c:pt>
                <c:pt idx="385">
                  <c:v>1E-3</c:v>
                </c:pt>
                <c:pt idx="386">
                  <c:v>1E-3</c:v>
                </c:pt>
                <c:pt idx="387">
                  <c:v>1E-3</c:v>
                </c:pt>
                <c:pt idx="388">
                  <c:v>1E-3</c:v>
                </c:pt>
                <c:pt idx="389">
                  <c:v>1E-3</c:v>
                </c:pt>
                <c:pt idx="390">
                  <c:v>1E-3</c:v>
                </c:pt>
                <c:pt idx="391">
                  <c:v>1E-3</c:v>
                </c:pt>
                <c:pt idx="392">
                  <c:v>1E-3</c:v>
                </c:pt>
                <c:pt idx="393">
                  <c:v>1E-3</c:v>
                </c:pt>
                <c:pt idx="394">
                  <c:v>1E-3</c:v>
                </c:pt>
                <c:pt idx="395">
                  <c:v>1E-3</c:v>
                </c:pt>
                <c:pt idx="396">
                  <c:v>1E-3</c:v>
                </c:pt>
                <c:pt idx="397">
                  <c:v>1E-3</c:v>
                </c:pt>
                <c:pt idx="398">
                  <c:v>1E-3</c:v>
                </c:pt>
                <c:pt idx="399">
                  <c:v>1E-3</c:v>
                </c:pt>
                <c:pt idx="400">
                  <c:v>1E-3</c:v>
                </c:pt>
                <c:pt idx="401">
                  <c:v>1E-3</c:v>
                </c:pt>
                <c:pt idx="402">
                  <c:v>1E-3</c:v>
                </c:pt>
                <c:pt idx="403">
                  <c:v>1E-3</c:v>
                </c:pt>
                <c:pt idx="404">
                  <c:v>1E-3</c:v>
                </c:pt>
                <c:pt idx="405">
                  <c:v>1E-3</c:v>
                </c:pt>
                <c:pt idx="406">
                  <c:v>1E-3</c:v>
                </c:pt>
                <c:pt idx="407">
                  <c:v>1E-3</c:v>
                </c:pt>
                <c:pt idx="408">
                  <c:v>1E-3</c:v>
                </c:pt>
                <c:pt idx="409">
                  <c:v>1E-3</c:v>
                </c:pt>
                <c:pt idx="410">
                  <c:v>1E-3</c:v>
                </c:pt>
                <c:pt idx="411">
                  <c:v>1E-3</c:v>
                </c:pt>
                <c:pt idx="412">
                  <c:v>1E-3</c:v>
                </c:pt>
                <c:pt idx="413">
                  <c:v>1E-3</c:v>
                </c:pt>
                <c:pt idx="414">
                  <c:v>1E-3</c:v>
                </c:pt>
                <c:pt idx="415">
                  <c:v>1E-3</c:v>
                </c:pt>
                <c:pt idx="416">
                  <c:v>1E-3</c:v>
                </c:pt>
                <c:pt idx="417">
                  <c:v>1E-3</c:v>
                </c:pt>
                <c:pt idx="418">
                  <c:v>1E-3</c:v>
                </c:pt>
                <c:pt idx="419">
                  <c:v>1E-3</c:v>
                </c:pt>
                <c:pt idx="420">
                  <c:v>1E-3</c:v>
                </c:pt>
                <c:pt idx="421">
                  <c:v>1E-3</c:v>
                </c:pt>
                <c:pt idx="422">
                  <c:v>1E-3</c:v>
                </c:pt>
                <c:pt idx="423">
                  <c:v>1E-3</c:v>
                </c:pt>
                <c:pt idx="424">
                  <c:v>1E-3</c:v>
                </c:pt>
                <c:pt idx="425">
                  <c:v>1E-3</c:v>
                </c:pt>
                <c:pt idx="426">
                  <c:v>1E-3</c:v>
                </c:pt>
                <c:pt idx="427">
                  <c:v>1E-3</c:v>
                </c:pt>
                <c:pt idx="428">
                  <c:v>1E-3</c:v>
                </c:pt>
                <c:pt idx="429">
                  <c:v>1E-3</c:v>
                </c:pt>
                <c:pt idx="430">
                  <c:v>1E-3</c:v>
                </c:pt>
                <c:pt idx="431">
                  <c:v>1E-3</c:v>
                </c:pt>
                <c:pt idx="432">
                  <c:v>1E-3</c:v>
                </c:pt>
                <c:pt idx="433">
                  <c:v>1E-3</c:v>
                </c:pt>
                <c:pt idx="434">
                  <c:v>1E-3</c:v>
                </c:pt>
                <c:pt idx="435">
                  <c:v>1E-3</c:v>
                </c:pt>
                <c:pt idx="436">
                  <c:v>1E-3</c:v>
                </c:pt>
                <c:pt idx="437">
                  <c:v>1E-3</c:v>
                </c:pt>
                <c:pt idx="438">
                  <c:v>1E-3</c:v>
                </c:pt>
                <c:pt idx="439">
                  <c:v>1E-3</c:v>
                </c:pt>
                <c:pt idx="440">
                  <c:v>1E-3</c:v>
                </c:pt>
                <c:pt idx="441">
                  <c:v>1E-3</c:v>
                </c:pt>
                <c:pt idx="442">
                  <c:v>1E-3</c:v>
                </c:pt>
                <c:pt idx="443">
                  <c:v>1E-3</c:v>
                </c:pt>
                <c:pt idx="444">
                  <c:v>1E-3</c:v>
                </c:pt>
                <c:pt idx="445">
                  <c:v>1E-3</c:v>
                </c:pt>
                <c:pt idx="446">
                  <c:v>1E-3</c:v>
                </c:pt>
                <c:pt idx="447">
                  <c:v>1E-3</c:v>
                </c:pt>
                <c:pt idx="448">
                  <c:v>1E-3</c:v>
                </c:pt>
                <c:pt idx="449">
                  <c:v>1E-3</c:v>
                </c:pt>
                <c:pt idx="450">
                  <c:v>1E-3</c:v>
                </c:pt>
                <c:pt idx="451">
                  <c:v>1E-3</c:v>
                </c:pt>
                <c:pt idx="452">
                  <c:v>1E-3</c:v>
                </c:pt>
                <c:pt idx="453">
                  <c:v>1E-3</c:v>
                </c:pt>
                <c:pt idx="454">
                  <c:v>1E-3</c:v>
                </c:pt>
                <c:pt idx="455">
                  <c:v>1E-3</c:v>
                </c:pt>
                <c:pt idx="456">
                  <c:v>1E-3</c:v>
                </c:pt>
                <c:pt idx="457">
                  <c:v>1E-3</c:v>
                </c:pt>
                <c:pt idx="458">
                  <c:v>1E-3</c:v>
                </c:pt>
                <c:pt idx="459">
                  <c:v>1E-3</c:v>
                </c:pt>
                <c:pt idx="460">
                  <c:v>1E-3</c:v>
                </c:pt>
                <c:pt idx="461">
                  <c:v>1E-3</c:v>
                </c:pt>
                <c:pt idx="462">
                  <c:v>1E-3</c:v>
                </c:pt>
                <c:pt idx="463">
                  <c:v>1E-3</c:v>
                </c:pt>
                <c:pt idx="464">
                  <c:v>1E-3</c:v>
                </c:pt>
                <c:pt idx="465">
                  <c:v>1E-3</c:v>
                </c:pt>
                <c:pt idx="466">
                  <c:v>1E-3</c:v>
                </c:pt>
                <c:pt idx="467">
                  <c:v>1E-3</c:v>
                </c:pt>
                <c:pt idx="468">
                  <c:v>1E-3</c:v>
                </c:pt>
                <c:pt idx="469">
                  <c:v>1E-3</c:v>
                </c:pt>
                <c:pt idx="470">
                  <c:v>1E-3</c:v>
                </c:pt>
                <c:pt idx="471">
                  <c:v>1E-3</c:v>
                </c:pt>
                <c:pt idx="472">
                  <c:v>1E-3</c:v>
                </c:pt>
                <c:pt idx="473">
                  <c:v>1E-3</c:v>
                </c:pt>
                <c:pt idx="474">
                  <c:v>1E-3</c:v>
                </c:pt>
                <c:pt idx="475">
                  <c:v>1E-3</c:v>
                </c:pt>
                <c:pt idx="476">
                  <c:v>1E-3</c:v>
                </c:pt>
                <c:pt idx="477">
                  <c:v>1E-3</c:v>
                </c:pt>
                <c:pt idx="478">
                  <c:v>1E-3</c:v>
                </c:pt>
                <c:pt idx="479">
                  <c:v>1E-3</c:v>
                </c:pt>
                <c:pt idx="480">
                  <c:v>1E-3</c:v>
                </c:pt>
                <c:pt idx="481">
                  <c:v>1E-3</c:v>
                </c:pt>
                <c:pt idx="482">
                  <c:v>1E-3</c:v>
                </c:pt>
                <c:pt idx="483">
                  <c:v>1E-3</c:v>
                </c:pt>
                <c:pt idx="484">
                  <c:v>1E-3</c:v>
                </c:pt>
                <c:pt idx="485">
                  <c:v>1E-3</c:v>
                </c:pt>
                <c:pt idx="486">
                  <c:v>1E-3</c:v>
                </c:pt>
                <c:pt idx="487">
                  <c:v>1E-3</c:v>
                </c:pt>
                <c:pt idx="488">
                  <c:v>1E-3</c:v>
                </c:pt>
                <c:pt idx="489">
                  <c:v>1E-3</c:v>
                </c:pt>
                <c:pt idx="490">
                  <c:v>1E-3</c:v>
                </c:pt>
                <c:pt idx="491">
                  <c:v>1E-3</c:v>
                </c:pt>
                <c:pt idx="492">
                  <c:v>1E-3</c:v>
                </c:pt>
                <c:pt idx="493">
                  <c:v>1E-3</c:v>
                </c:pt>
                <c:pt idx="494">
                  <c:v>1E-3</c:v>
                </c:pt>
                <c:pt idx="495">
                  <c:v>1E-3</c:v>
                </c:pt>
                <c:pt idx="496">
                  <c:v>1E-3</c:v>
                </c:pt>
                <c:pt idx="497">
                  <c:v>1E-3</c:v>
                </c:pt>
                <c:pt idx="498">
                  <c:v>1E-3</c:v>
                </c:pt>
                <c:pt idx="499">
                  <c:v>1E-3</c:v>
                </c:pt>
                <c:pt idx="500">
                  <c:v>1E-3</c:v>
                </c:pt>
                <c:pt idx="501">
                  <c:v>1E-3</c:v>
                </c:pt>
                <c:pt idx="502">
                  <c:v>1E-3</c:v>
                </c:pt>
                <c:pt idx="503">
                  <c:v>1E-3</c:v>
                </c:pt>
                <c:pt idx="504">
                  <c:v>1E-3</c:v>
                </c:pt>
                <c:pt idx="505">
                  <c:v>1E-3</c:v>
                </c:pt>
                <c:pt idx="506">
                  <c:v>1E-3</c:v>
                </c:pt>
                <c:pt idx="507">
                  <c:v>1E-3</c:v>
                </c:pt>
                <c:pt idx="508">
                  <c:v>1E-3</c:v>
                </c:pt>
                <c:pt idx="509">
                  <c:v>1E-3</c:v>
                </c:pt>
                <c:pt idx="510">
                  <c:v>1E-3</c:v>
                </c:pt>
                <c:pt idx="511">
                  <c:v>1E-3</c:v>
                </c:pt>
                <c:pt idx="512">
                  <c:v>1E-3</c:v>
                </c:pt>
                <c:pt idx="513">
                  <c:v>1E-3</c:v>
                </c:pt>
                <c:pt idx="514">
                  <c:v>1E-3</c:v>
                </c:pt>
                <c:pt idx="515">
                  <c:v>1E-3</c:v>
                </c:pt>
                <c:pt idx="516">
                  <c:v>1E-3</c:v>
                </c:pt>
                <c:pt idx="517">
                  <c:v>1E-3</c:v>
                </c:pt>
                <c:pt idx="518">
                  <c:v>1E-3</c:v>
                </c:pt>
                <c:pt idx="519">
                  <c:v>1E-3</c:v>
                </c:pt>
                <c:pt idx="520">
                  <c:v>1E-3</c:v>
                </c:pt>
                <c:pt idx="521">
                  <c:v>1E-3</c:v>
                </c:pt>
                <c:pt idx="522">
                  <c:v>1E-3</c:v>
                </c:pt>
                <c:pt idx="523">
                  <c:v>1E-3</c:v>
                </c:pt>
                <c:pt idx="524">
                  <c:v>1E-3</c:v>
                </c:pt>
                <c:pt idx="525">
                  <c:v>1E-3</c:v>
                </c:pt>
                <c:pt idx="526">
                  <c:v>1E-3</c:v>
                </c:pt>
                <c:pt idx="527">
                  <c:v>1E-3</c:v>
                </c:pt>
                <c:pt idx="528">
                  <c:v>1E-3</c:v>
                </c:pt>
                <c:pt idx="529">
                  <c:v>1E-3</c:v>
                </c:pt>
                <c:pt idx="530">
                  <c:v>1E-3</c:v>
                </c:pt>
                <c:pt idx="531">
                  <c:v>1E-3</c:v>
                </c:pt>
                <c:pt idx="532">
                  <c:v>1E-3</c:v>
                </c:pt>
                <c:pt idx="533">
                  <c:v>1E-3</c:v>
                </c:pt>
                <c:pt idx="534">
                  <c:v>1E-3</c:v>
                </c:pt>
                <c:pt idx="535">
                  <c:v>1E-3</c:v>
                </c:pt>
                <c:pt idx="536">
                  <c:v>1E-3</c:v>
                </c:pt>
                <c:pt idx="537">
                  <c:v>1E-3</c:v>
                </c:pt>
                <c:pt idx="538">
                  <c:v>1E-3</c:v>
                </c:pt>
                <c:pt idx="539">
                  <c:v>1E-3</c:v>
                </c:pt>
                <c:pt idx="540">
                  <c:v>1E-3</c:v>
                </c:pt>
                <c:pt idx="541">
                  <c:v>1E-3</c:v>
                </c:pt>
                <c:pt idx="542">
                  <c:v>1E-3</c:v>
                </c:pt>
                <c:pt idx="543">
                  <c:v>1E-3</c:v>
                </c:pt>
                <c:pt idx="544">
                  <c:v>1E-3</c:v>
                </c:pt>
                <c:pt idx="545">
                  <c:v>1E-3</c:v>
                </c:pt>
                <c:pt idx="546">
                  <c:v>1E-3</c:v>
                </c:pt>
                <c:pt idx="547">
                  <c:v>1E-3</c:v>
                </c:pt>
                <c:pt idx="548">
                  <c:v>1E-3</c:v>
                </c:pt>
                <c:pt idx="549">
                  <c:v>1E-3</c:v>
                </c:pt>
                <c:pt idx="550">
                  <c:v>1E-3</c:v>
                </c:pt>
                <c:pt idx="551">
                  <c:v>1E-3</c:v>
                </c:pt>
                <c:pt idx="552">
                  <c:v>1E-3</c:v>
                </c:pt>
                <c:pt idx="553">
                  <c:v>1E-3</c:v>
                </c:pt>
                <c:pt idx="554">
                  <c:v>1E-3</c:v>
                </c:pt>
                <c:pt idx="555">
                  <c:v>1E-3</c:v>
                </c:pt>
                <c:pt idx="556">
                  <c:v>1E-3</c:v>
                </c:pt>
                <c:pt idx="557">
                  <c:v>1E-3</c:v>
                </c:pt>
                <c:pt idx="558">
                  <c:v>1E-3</c:v>
                </c:pt>
                <c:pt idx="559">
                  <c:v>1E-3</c:v>
                </c:pt>
                <c:pt idx="560">
                  <c:v>1E-3</c:v>
                </c:pt>
                <c:pt idx="561">
                  <c:v>1E-3</c:v>
                </c:pt>
                <c:pt idx="562">
                  <c:v>1E-3</c:v>
                </c:pt>
                <c:pt idx="563">
                  <c:v>1E-3</c:v>
                </c:pt>
                <c:pt idx="564">
                  <c:v>1E-3</c:v>
                </c:pt>
                <c:pt idx="565">
                  <c:v>1E-3</c:v>
                </c:pt>
                <c:pt idx="566">
                  <c:v>1E-3</c:v>
                </c:pt>
                <c:pt idx="567">
                  <c:v>1E-3</c:v>
                </c:pt>
                <c:pt idx="568">
                  <c:v>1E-3</c:v>
                </c:pt>
                <c:pt idx="569">
                  <c:v>1E-3</c:v>
                </c:pt>
                <c:pt idx="570">
                  <c:v>1E-3</c:v>
                </c:pt>
                <c:pt idx="571">
                  <c:v>1E-3</c:v>
                </c:pt>
                <c:pt idx="572">
                  <c:v>1E-3</c:v>
                </c:pt>
                <c:pt idx="573">
                  <c:v>1E-3</c:v>
                </c:pt>
                <c:pt idx="574">
                  <c:v>1E-3</c:v>
                </c:pt>
                <c:pt idx="575">
                  <c:v>1E-3</c:v>
                </c:pt>
                <c:pt idx="576">
                  <c:v>1E-3</c:v>
                </c:pt>
                <c:pt idx="577">
                  <c:v>1E-3</c:v>
                </c:pt>
                <c:pt idx="578">
                  <c:v>1E-3</c:v>
                </c:pt>
                <c:pt idx="579">
                  <c:v>1E-3</c:v>
                </c:pt>
                <c:pt idx="580">
                  <c:v>1E-3</c:v>
                </c:pt>
                <c:pt idx="581">
                  <c:v>1E-3</c:v>
                </c:pt>
                <c:pt idx="582">
                  <c:v>1E-3</c:v>
                </c:pt>
                <c:pt idx="583">
                  <c:v>1E-3</c:v>
                </c:pt>
                <c:pt idx="584">
                  <c:v>1E-3</c:v>
                </c:pt>
                <c:pt idx="585">
                  <c:v>1E-3</c:v>
                </c:pt>
                <c:pt idx="586">
                  <c:v>1E-3</c:v>
                </c:pt>
                <c:pt idx="587">
                  <c:v>1E-3</c:v>
                </c:pt>
                <c:pt idx="588">
                  <c:v>1E-3</c:v>
                </c:pt>
                <c:pt idx="589">
                  <c:v>1E-3</c:v>
                </c:pt>
                <c:pt idx="590">
                  <c:v>1E-3</c:v>
                </c:pt>
                <c:pt idx="591">
                  <c:v>1E-3</c:v>
                </c:pt>
                <c:pt idx="592">
                  <c:v>1E-3</c:v>
                </c:pt>
                <c:pt idx="593">
                  <c:v>1E-3</c:v>
                </c:pt>
                <c:pt idx="594">
                  <c:v>1E-3</c:v>
                </c:pt>
                <c:pt idx="595">
                  <c:v>1E-3</c:v>
                </c:pt>
                <c:pt idx="596">
                  <c:v>1E-3</c:v>
                </c:pt>
                <c:pt idx="597">
                  <c:v>1E-3</c:v>
                </c:pt>
                <c:pt idx="598">
                  <c:v>1E-3</c:v>
                </c:pt>
                <c:pt idx="599">
                  <c:v>1E-3</c:v>
                </c:pt>
                <c:pt idx="600">
                  <c:v>1E-3</c:v>
                </c:pt>
                <c:pt idx="601">
                  <c:v>1E-3</c:v>
                </c:pt>
                <c:pt idx="602">
                  <c:v>1E-3</c:v>
                </c:pt>
                <c:pt idx="603">
                  <c:v>1E-3</c:v>
                </c:pt>
                <c:pt idx="604">
                  <c:v>1E-3</c:v>
                </c:pt>
                <c:pt idx="605">
                  <c:v>1E-3</c:v>
                </c:pt>
                <c:pt idx="606">
                  <c:v>1E-3</c:v>
                </c:pt>
                <c:pt idx="607">
                  <c:v>1E-3</c:v>
                </c:pt>
                <c:pt idx="608">
                  <c:v>1E-3</c:v>
                </c:pt>
                <c:pt idx="609">
                  <c:v>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D0-44BC-AAA0-E3E47B7B95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13703264"/>
        <c:axId val="1013702784"/>
      </c:barChart>
      <c:catAx>
        <c:axId val="10137032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Value</a:t>
                </a:r>
              </a:p>
            </c:rich>
          </c:tx>
          <c:layout>
            <c:manualLayout>
              <c:xMode val="edge"/>
              <c:yMode val="edge"/>
              <c:x val="0.49168483015709991"/>
              <c:y val="0.926698243520833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L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013702784"/>
        <c:crosses val="autoZero"/>
        <c:auto val="1"/>
        <c:lblAlgn val="ctr"/>
        <c:lblOffset val="100"/>
        <c:tickLblSkip val="50"/>
        <c:tickMarkSkip val="50"/>
        <c:noMultiLvlLbl val="0"/>
      </c:catAx>
      <c:valAx>
        <c:axId val="101370278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Probability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013703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CDF (1000 samples</a:t>
            </a:r>
            <a:r>
              <a:rPr lang="en-US" sz="2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space=0-610)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CDF!$A$2:$A$611</c:f>
              <c:numCache>
                <c:formatCode>General</c:formatCode>
                <c:ptCount val="6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  <c:pt idx="600">
                  <c:v>600</c:v>
                </c:pt>
                <c:pt idx="601">
                  <c:v>601</c:v>
                </c:pt>
                <c:pt idx="602">
                  <c:v>602</c:v>
                </c:pt>
                <c:pt idx="603">
                  <c:v>603</c:v>
                </c:pt>
                <c:pt idx="604">
                  <c:v>604</c:v>
                </c:pt>
                <c:pt idx="605">
                  <c:v>605</c:v>
                </c:pt>
                <c:pt idx="606">
                  <c:v>606</c:v>
                </c:pt>
                <c:pt idx="607">
                  <c:v>607</c:v>
                </c:pt>
                <c:pt idx="608">
                  <c:v>608</c:v>
                </c:pt>
                <c:pt idx="609">
                  <c:v>609</c:v>
                </c:pt>
              </c:numCache>
            </c:numRef>
          </c:cat>
          <c:val>
            <c:numRef>
              <c:f>CDF!$D$1:$D$610</c:f>
              <c:numCache>
                <c:formatCode>General</c:formatCode>
                <c:ptCount val="610"/>
                <c:pt idx="0">
                  <c:v>0</c:v>
                </c:pt>
                <c:pt idx="1">
                  <c:v>1E-3</c:v>
                </c:pt>
                <c:pt idx="2">
                  <c:v>3.0000000000000002E-2</c:v>
                </c:pt>
                <c:pt idx="3">
                  <c:v>3.1000000000000003E-2</c:v>
                </c:pt>
                <c:pt idx="4">
                  <c:v>6.0000000000000005E-2</c:v>
                </c:pt>
                <c:pt idx="5">
                  <c:v>6.1000000000000006E-2</c:v>
                </c:pt>
                <c:pt idx="6">
                  <c:v>9.0000000000000011E-2</c:v>
                </c:pt>
                <c:pt idx="7">
                  <c:v>9.1000000000000011E-2</c:v>
                </c:pt>
                <c:pt idx="8">
                  <c:v>0.12000000000000001</c:v>
                </c:pt>
                <c:pt idx="9">
                  <c:v>0.12100000000000001</c:v>
                </c:pt>
                <c:pt idx="10">
                  <c:v>0.15000000000000002</c:v>
                </c:pt>
                <c:pt idx="11">
                  <c:v>0.15100000000000002</c:v>
                </c:pt>
                <c:pt idx="12">
                  <c:v>0.18000000000000002</c:v>
                </c:pt>
                <c:pt idx="13">
                  <c:v>0.18100000000000002</c:v>
                </c:pt>
                <c:pt idx="14">
                  <c:v>0.21000000000000002</c:v>
                </c:pt>
                <c:pt idx="15">
                  <c:v>0.21100000000000002</c:v>
                </c:pt>
                <c:pt idx="16">
                  <c:v>0.24000000000000002</c:v>
                </c:pt>
                <c:pt idx="17">
                  <c:v>0.24100000000000002</c:v>
                </c:pt>
                <c:pt idx="18">
                  <c:v>0.27</c:v>
                </c:pt>
                <c:pt idx="19">
                  <c:v>0.27100000000000002</c:v>
                </c:pt>
                <c:pt idx="20">
                  <c:v>0.30000000000000004</c:v>
                </c:pt>
                <c:pt idx="21">
                  <c:v>0.30100000000000005</c:v>
                </c:pt>
                <c:pt idx="22">
                  <c:v>0.30200000000000005</c:v>
                </c:pt>
                <c:pt idx="23">
                  <c:v>0.30300000000000005</c:v>
                </c:pt>
                <c:pt idx="24">
                  <c:v>0.30400000000000005</c:v>
                </c:pt>
                <c:pt idx="25">
                  <c:v>0.30500000000000005</c:v>
                </c:pt>
                <c:pt idx="26">
                  <c:v>0.30600000000000005</c:v>
                </c:pt>
                <c:pt idx="27">
                  <c:v>0.30700000000000005</c:v>
                </c:pt>
                <c:pt idx="28">
                  <c:v>0.30800000000000005</c:v>
                </c:pt>
                <c:pt idx="29">
                  <c:v>0.30900000000000005</c:v>
                </c:pt>
                <c:pt idx="30">
                  <c:v>0.31000000000000005</c:v>
                </c:pt>
                <c:pt idx="31">
                  <c:v>0.31100000000000005</c:v>
                </c:pt>
                <c:pt idx="32">
                  <c:v>0.31200000000000006</c:v>
                </c:pt>
                <c:pt idx="33">
                  <c:v>0.31300000000000006</c:v>
                </c:pt>
                <c:pt idx="34">
                  <c:v>0.31400000000000006</c:v>
                </c:pt>
                <c:pt idx="35">
                  <c:v>0.31500000000000006</c:v>
                </c:pt>
                <c:pt idx="36">
                  <c:v>0.31600000000000006</c:v>
                </c:pt>
                <c:pt idx="37">
                  <c:v>0.31700000000000006</c:v>
                </c:pt>
                <c:pt idx="38">
                  <c:v>0.31800000000000006</c:v>
                </c:pt>
                <c:pt idx="39">
                  <c:v>0.31900000000000006</c:v>
                </c:pt>
                <c:pt idx="40">
                  <c:v>0.32000000000000006</c:v>
                </c:pt>
                <c:pt idx="41">
                  <c:v>0.32100000000000006</c:v>
                </c:pt>
                <c:pt idx="42">
                  <c:v>0.32200000000000006</c:v>
                </c:pt>
                <c:pt idx="43">
                  <c:v>0.32300000000000006</c:v>
                </c:pt>
                <c:pt idx="44">
                  <c:v>0.32400000000000007</c:v>
                </c:pt>
                <c:pt idx="45">
                  <c:v>0.32500000000000007</c:v>
                </c:pt>
                <c:pt idx="46">
                  <c:v>0.32600000000000007</c:v>
                </c:pt>
                <c:pt idx="47">
                  <c:v>0.32700000000000007</c:v>
                </c:pt>
                <c:pt idx="48">
                  <c:v>0.32800000000000007</c:v>
                </c:pt>
                <c:pt idx="49">
                  <c:v>0.32900000000000007</c:v>
                </c:pt>
                <c:pt idx="50">
                  <c:v>0.33000000000000007</c:v>
                </c:pt>
                <c:pt idx="51">
                  <c:v>0.33100000000000007</c:v>
                </c:pt>
                <c:pt idx="52">
                  <c:v>0.33200000000000007</c:v>
                </c:pt>
                <c:pt idx="53">
                  <c:v>0.33300000000000007</c:v>
                </c:pt>
                <c:pt idx="54">
                  <c:v>0.33400000000000007</c:v>
                </c:pt>
                <c:pt idx="55">
                  <c:v>0.33500000000000008</c:v>
                </c:pt>
                <c:pt idx="56">
                  <c:v>0.33600000000000008</c:v>
                </c:pt>
                <c:pt idx="57">
                  <c:v>0.33700000000000008</c:v>
                </c:pt>
                <c:pt idx="58">
                  <c:v>0.33800000000000008</c:v>
                </c:pt>
                <c:pt idx="59">
                  <c:v>0.33900000000000008</c:v>
                </c:pt>
                <c:pt idx="60">
                  <c:v>0.34000000000000008</c:v>
                </c:pt>
                <c:pt idx="61">
                  <c:v>0.34100000000000008</c:v>
                </c:pt>
                <c:pt idx="62">
                  <c:v>0.34200000000000008</c:v>
                </c:pt>
                <c:pt idx="63">
                  <c:v>0.34300000000000008</c:v>
                </c:pt>
                <c:pt idx="64">
                  <c:v>0.34400000000000008</c:v>
                </c:pt>
                <c:pt idx="65">
                  <c:v>0.34500000000000008</c:v>
                </c:pt>
                <c:pt idx="66">
                  <c:v>0.34600000000000009</c:v>
                </c:pt>
                <c:pt idx="67">
                  <c:v>0.34700000000000009</c:v>
                </c:pt>
                <c:pt idx="68">
                  <c:v>0.34800000000000009</c:v>
                </c:pt>
                <c:pt idx="69">
                  <c:v>0.34900000000000009</c:v>
                </c:pt>
                <c:pt idx="70">
                  <c:v>0.35000000000000009</c:v>
                </c:pt>
                <c:pt idx="71">
                  <c:v>0.35100000000000009</c:v>
                </c:pt>
                <c:pt idx="72">
                  <c:v>0.35200000000000009</c:v>
                </c:pt>
                <c:pt idx="73">
                  <c:v>0.35300000000000009</c:v>
                </c:pt>
                <c:pt idx="74">
                  <c:v>0.35400000000000009</c:v>
                </c:pt>
                <c:pt idx="75">
                  <c:v>0.35500000000000009</c:v>
                </c:pt>
                <c:pt idx="76">
                  <c:v>0.35600000000000009</c:v>
                </c:pt>
                <c:pt idx="77">
                  <c:v>0.3570000000000001</c:v>
                </c:pt>
                <c:pt idx="78">
                  <c:v>0.3580000000000001</c:v>
                </c:pt>
                <c:pt idx="79">
                  <c:v>0.3590000000000001</c:v>
                </c:pt>
                <c:pt idx="80">
                  <c:v>0.3600000000000001</c:v>
                </c:pt>
                <c:pt idx="81">
                  <c:v>0.3610000000000001</c:v>
                </c:pt>
                <c:pt idx="82">
                  <c:v>0.3620000000000001</c:v>
                </c:pt>
                <c:pt idx="83">
                  <c:v>0.3630000000000001</c:v>
                </c:pt>
                <c:pt idx="84">
                  <c:v>0.3640000000000001</c:v>
                </c:pt>
                <c:pt idx="85">
                  <c:v>0.3650000000000001</c:v>
                </c:pt>
                <c:pt idx="86">
                  <c:v>0.3660000000000001</c:v>
                </c:pt>
                <c:pt idx="87">
                  <c:v>0.3670000000000001</c:v>
                </c:pt>
                <c:pt idx="88">
                  <c:v>0.3680000000000001</c:v>
                </c:pt>
                <c:pt idx="89">
                  <c:v>0.36900000000000011</c:v>
                </c:pt>
                <c:pt idx="90">
                  <c:v>0.37000000000000011</c:v>
                </c:pt>
                <c:pt idx="91">
                  <c:v>0.37100000000000011</c:v>
                </c:pt>
                <c:pt idx="92">
                  <c:v>0.37200000000000011</c:v>
                </c:pt>
                <c:pt idx="93">
                  <c:v>0.37300000000000011</c:v>
                </c:pt>
                <c:pt idx="94">
                  <c:v>0.37400000000000011</c:v>
                </c:pt>
                <c:pt idx="95">
                  <c:v>0.37500000000000011</c:v>
                </c:pt>
                <c:pt idx="96">
                  <c:v>0.37600000000000011</c:v>
                </c:pt>
                <c:pt idx="97">
                  <c:v>0.37700000000000011</c:v>
                </c:pt>
                <c:pt idx="98">
                  <c:v>0.37800000000000011</c:v>
                </c:pt>
                <c:pt idx="99">
                  <c:v>0.37900000000000011</c:v>
                </c:pt>
                <c:pt idx="100">
                  <c:v>0.38000000000000012</c:v>
                </c:pt>
                <c:pt idx="101">
                  <c:v>0.38900000000000012</c:v>
                </c:pt>
                <c:pt idx="102">
                  <c:v>0.39000000000000012</c:v>
                </c:pt>
                <c:pt idx="103">
                  <c:v>0.39900000000000013</c:v>
                </c:pt>
                <c:pt idx="104">
                  <c:v>0.40000000000000013</c:v>
                </c:pt>
                <c:pt idx="105">
                  <c:v>0.40900000000000014</c:v>
                </c:pt>
                <c:pt idx="106">
                  <c:v>0.41000000000000014</c:v>
                </c:pt>
                <c:pt idx="107">
                  <c:v>0.41900000000000015</c:v>
                </c:pt>
                <c:pt idx="108">
                  <c:v>0.42000000000000015</c:v>
                </c:pt>
                <c:pt idx="109">
                  <c:v>0.42900000000000016</c:v>
                </c:pt>
                <c:pt idx="110">
                  <c:v>0.43000000000000016</c:v>
                </c:pt>
                <c:pt idx="111">
                  <c:v>0.43900000000000017</c:v>
                </c:pt>
                <c:pt idx="112">
                  <c:v>0.44000000000000017</c:v>
                </c:pt>
                <c:pt idx="113">
                  <c:v>0.44900000000000018</c:v>
                </c:pt>
                <c:pt idx="114">
                  <c:v>0.45000000000000018</c:v>
                </c:pt>
                <c:pt idx="115">
                  <c:v>0.45900000000000019</c:v>
                </c:pt>
                <c:pt idx="116">
                  <c:v>0.46000000000000019</c:v>
                </c:pt>
                <c:pt idx="117">
                  <c:v>0.46900000000000019</c:v>
                </c:pt>
                <c:pt idx="118">
                  <c:v>0.4700000000000002</c:v>
                </c:pt>
                <c:pt idx="119">
                  <c:v>0.4790000000000002</c:v>
                </c:pt>
                <c:pt idx="120">
                  <c:v>0.4800000000000002</c:v>
                </c:pt>
                <c:pt idx="121">
                  <c:v>0.48900000000000021</c:v>
                </c:pt>
                <c:pt idx="122">
                  <c:v>0.49000000000000021</c:v>
                </c:pt>
                <c:pt idx="123">
                  <c:v>0.49900000000000022</c:v>
                </c:pt>
                <c:pt idx="124">
                  <c:v>0.50000000000000022</c:v>
                </c:pt>
                <c:pt idx="125">
                  <c:v>0.50900000000000023</c:v>
                </c:pt>
                <c:pt idx="126">
                  <c:v>0.51000000000000023</c:v>
                </c:pt>
                <c:pt idx="127">
                  <c:v>0.51700000000000024</c:v>
                </c:pt>
                <c:pt idx="128">
                  <c:v>0.51800000000000024</c:v>
                </c:pt>
                <c:pt idx="129">
                  <c:v>0.51900000000000024</c:v>
                </c:pt>
                <c:pt idx="130">
                  <c:v>0.52000000000000024</c:v>
                </c:pt>
                <c:pt idx="131">
                  <c:v>0.52100000000000024</c:v>
                </c:pt>
                <c:pt idx="132">
                  <c:v>0.52200000000000024</c:v>
                </c:pt>
                <c:pt idx="133">
                  <c:v>0.52300000000000024</c:v>
                </c:pt>
                <c:pt idx="134">
                  <c:v>0.52400000000000024</c:v>
                </c:pt>
                <c:pt idx="135">
                  <c:v>0.52500000000000024</c:v>
                </c:pt>
                <c:pt idx="136">
                  <c:v>0.52600000000000025</c:v>
                </c:pt>
                <c:pt idx="137">
                  <c:v>0.52700000000000025</c:v>
                </c:pt>
                <c:pt idx="138">
                  <c:v>0.52800000000000025</c:v>
                </c:pt>
                <c:pt idx="139">
                  <c:v>0.52900000000000025</c:v>
                </c:pt>
                <c:pt idx="140">
                  <c:v>0.53000000000000025</c:v>
                </c:pt>
                <c:pt idx="141">
                  <c:v>0.53100000000000025</c:v>
                </c:pt>
                <c:pt idx="142">
                  <c:v>0.53200000000000025</c:v>
                </c:pt>
                <c:pt idx="143">
                  <c:v>0.53300000000000025</c:v>
                </c:pt>
                <c:pt idx="144">
                  <c:v>0.53400000000000025</c:v>
                </c:pt>
                <c:pt idx="145">
                  <c:v>0.53500000000000025</c:v>
                </c:pt>
                <c:pt idx="146">
                  <c:v>0.53600000000000025</c:v>
                </c:pt>
                <c:pt idx="147">
                  <c:v>0.53700000000000025</c:v>
                </c:pt>
                <c:pt idx="148">
                  <c:v>0.53800000000000026</c:v>
                </c:pt>
                <c:pt idx="149">
                  <c:v>0.53900000000000026</c:v>
                </c:pt>
                <c:pt idx="150">
                  <c:v>0.54000000000000026</c:v>
                </c:pt>
                <c:pt idx="151">
                  <c:v>0.54100000000000026</c:v>
                </c:pt>
                <c:pt idx="152">
                  <c:v>0.54200000000000026</c:v>
                </c:pt>
                <c:pt idx="153">
                  <c:v>0.54300000000000026</c:v>
                </c:pt>
                <c:pt idx="154">
                  <c:v>0.54400000000000026</c:v>
                </c:pt>
                <c:pt idx="155">
                  <c:v>0.54500000000000026</c:v>
                </c:pt>
                <c:pt idx="156">
                  <c:v>0.54600000000000026</c:v>
                </c:pt>
                <c:pt idx="157">
                  <c:v>0.54700000000000026</c:v>
                </c:pt>
                <c:pt idx="158">
                  <c:v>0.54800000000000026</c:v>
                </c:pt>
                <c:pt idx="159">
                  <c:v>0.54900000000000027</c:v>
                </c:pt>
                <c:pt idx="160">
                  <c:v>0.55000000000000027</c:v>
                </c:pt>
                <c:pt idx="161">
                  <c:v>0.55100000000000027</c:v>
                </c:pt>
                <c:pt idx="162">
                  <c:v>0.55200000000000027</c:v>
                </c:pt>
                <c:pt idx="163">
                  <c:v>0.55300000000000027</c:v>
                </c:pt>
                <c:pt idx="164">
                  <c:v>0.55400000000000027</c:v>
                </c:pt>
                <c:pt idx="165">
                  <c:v>0.55500000000000027</c:v>
                </c:pt>
                <c:pt idx="166">
                  <c:v>0.55600000000000027</c:v>
                </c:pt>
                <c:pt idx="167">
                  <c:v>0.55700000000000027</c:v>
                </c:pt>
                <c:pt idx="168">
                  <c:v>0.55800000000000027</c:v>
                </c:pt>
                <c:pt idx="169">
                  <c:v>0.55900000000000027</c:v>
                </c:pt>
                <c:pt idx="170">
                  <c:v>0.56000000000000028</c:v>
                </c:pt>
                <c:pt idx="171">
                  <c:v>0.56100000000000028</c:v>
                </c:pt>
                <c:pt idx="172">
                  <c:v>0.56200000000000028</c:v>
                </c:pt>
                <c:pt idx="173">
                  <c:v>0.56300000000000028</c:v>
                </c:pt>
                <c:pt idx="174">
                  <c:v>0.56400000000000028</c:v>
                </c:pt>
                <c:pt idx="175">
                  <c:v>0.56500000000000028</c:v>
                </c:pt>
                <c:pt idx="176">
                  <c:v>0.56600000000000028</c:v>
                </c:pt>
                <c:pt idx="177">
                  <c:v>0.56700000000000028</c:v>
                </c:pt>
                <c:pt idx="178">
                  <c:v>0.56800000000000028</c:v>
                </c:pt>
                <c:pt idx="179">
                  <c:v>0.56900000000000028</c:v>
                </c:pt>
                <c:pt idx="180">
                  <c:v>0.57000000000000028</c:v>
                </c:pt>
                <c:pt idx="181">
                  <c:v>0.57100000000000029</c:v>
                </c:pt>
                <c:pt idx="182">
                  <c:v>0.57200000000000029</c:v>
                </c:pt>
                <c:pt idx="183">
                  <c:v>0.57300000000000029</c:v>
                </c:pt>
                <c:pt idx="184">
                  <c:v>0.57400000000000029</c:v>
                </c:pt>
                <c:pt idx="185">
                  <c:v>0.57500000000000029</c:v>
                </c:pt>
                <c:pt idx="186">
                  <c:v>0.57600000000000029</c:v>
                </c:pt>
                <c:pt idx="187">
                  <c:v>0.57700000000000029</c:v>
                </c:pt>
                <c:pt idx="188">
                  <c:v>0.57800000000000029</c:v>
                </c:pt>
                <c:pt idx="189">
                  <c:v>0.57900000000000029</c:v>
                </c:pt>
                <c:pt idx="190">
                  <c:v>0.58000000000000029</c:v>
                </c:pt>
                <c:pt idx="191">
                  <c:v>0.58100000000000029</c:v>
                </c:pt>
                <c:pt idx="192">
                  <c:v>0.58200000000000029</c:v>
                </c:pt>
                <c:pt idx="193">
                  <c:v>0.5830000000000003</c:v>
                </c:pt>
                <c:pt idx="194">
                  <c:v>0.5840000000000003</c:v>
                </c:pt>
                <c:pt idx="195">
                  <c:v>0.5850000000000003</c:v>
                </c:pt>
                <c:pt idx="196">
                  <c:v>0.5860000000000003</c:v>
                </c:pt>
                <c:pt idx="197">
                  <c:v>0.5870000000000003</c:v>
                </c:pt>
                <c:pt idx="198">
                  <c:v>0.5880000000000003</c:v>
                </c:pt>
                <c:pt idx="199">
                  <c:v>0.5890000000000003</c:v>
                </c:pt>
                <c:pt idx="200">
                  <c:v>0.5900000000000003</c:v>
                </c:pt>
                <c:pt idx="201">
                  <c:v>0.5910000000000003</c:v>
                </c:pt>
                <c:pt idx="202">
                  <c:v>0.5920000000000003</c:v>
                </c:pt>
                <c:pt idx="203">
                  <c:v>0.5930000000000003</c:v>
                </c:pt>
                <c:pt idx="204">
                  <c:v>0.59400000000000031</c:v>
                </c:pt>
                <c:pt idx="205">
                  <c:v>0.59500000000000031</c:v>
                </c:pt>
                <c:pt idx="206">
                  <c:v>0.59600000000000031</c:v>
                </c:pt>
                <c:pt idx="207">
                  <c:v>0.59700000000000031</c:v>
                </c:pt>
                <c:pt idx="208">
                  <c:v>0.59800000000000031</c:v>
                </c:pt>
                <c:pt idx="209">
                  <c:v>0.59900000000000031</c:v>
                </c:pt>
                <c:pt idx="210">
                  <c:v>0.60000000000000031</c:v>
                </c:pt>
                <c:pt idx="211">
                  <c:v>0.60100000000000031</c:v>
                </c:pt>
                <c:pt idx="212">
                  <c:v>0.60200000000000031</c:v>
                </c:pt>
                <c:pt idx="213">
                  <c:v>0.60300000000000031</c:v>
                </c:pt>
                <c:pt idx="214">
                  <c:v>0.60400000000000031</c:v>
                </c:pt>
                <c:pt idx="215">
                  <c:v>0.60500000000000032</c:v>
                </c:pt>
                <c:pt idx="216">
                  <c:v>0.60600000000000032</c:v>
                </c:pt>
                <c:pt idx="217">
                  <c:v>0.60700000000000032</c:v>
                </c:pt>
                <c:pt idx="218">
                  <c:v>0.60800000000000032</c:v>
                </c:pt>
                <c:pt idx="219">
                  <c:v>0.60900000000000032</c:v>
                </c:pt>
                <c:pt idx="220">
                  <c:v>0.61000000000000032</c:v>
                </c:pt>
                <c:pt idx="221">
                  <c:v>0.61100000000000032</c:v>
                </c:pt>
                <c:pt idx="222">
                  <c:v>0.61200000000000032</c:v>
                </c:pt>
                <c:pt idx="223">
                  <c:v>0.61300000000000032</c:v>
                </c:pt>
                <c:pt idx="224">
                  <c:v>0.61400000000000032</c:v>
                </c:pt>
                <c:pt idx="225">
                  <c:v>0.61500000000000032</c:v>
                </c:pt>
                <c:pt idx="226">
                  <c:v>0.61600000000000033</c:v>
                </c:pt>
                <c:pt idx="227">
                  <c:v>0.61700000000000033</c:v>
                </c:pt>
                <c:pt idx="228">
                  <c:v>0.61800000000000033</c:v>
                </c:pt>
                <c:pt idx="229">
                  <c:v>0.61900000000000033</c:v>
                </c:pt>
                <c:pt idx="230">
                  <c:v>0.62000000000000033</c:v>
                </c:pt>
                <c:pt idx="231">
                  <c:v>0.62100000000000033</c:v>
                </c:pt>
                <c:pt idx="232">
                  <c:v>0.62200000000000033</c:v>
                </c:pt>
                <c:pt idx="233">
                  <c:v>0.62300000000000033</c:v>
                </c:pt>
                <c:pt idx="234">
                  <c:v>0.62400000000000033</c:v>
                </c:pt>
                <c:pt idx="235">
                  <c:v>0.62500000000000033</c:v>
                </c:pt>
                <c:pt idx="236">
                  <c:v>0.62600000000000033</c:v>
                </c:pt>
                <c:pt idx="237">
                  <c:v>0.62700000000000033</c:v>
                </c:pt>
                <c:pt idx="238">
                  <c:v>0.62800000000000034</c:v>
                </c:pt>
                <c:pt idx="239">
                  <c:v>0.62900000000000034</c:v>
                </c:pt>
                <c:pt idx="240">
                  <c:v>0.63000000000000034</c:v>
                </c:pt>
                <c:pt idx="241">
                  <c:v>0.63100000000000034</c:v>
                </c:pt>
                <c:pt idx="242">
                  <c:v>0.63200000000000034</c:v>
                </c:pt>
                <c:pt idx="243">
                  <c:v>0.63300000000000034</c:v>
                </c:pt>
                <c:pt idx="244">
                  <c:v>0.63400000000000034</c:v>
                </c:pt>
                <c:pt idx="245">
                  <c:v>0.63500000000000034</c:v>
                </c:pt>
                <c:pt idx="246">
                  <c:v>0.63600000000000034</c:v>
                </c:pt>
                <c:pt idx="247">
                  <c:v>0.63700000000000034</c:v>
                </c:pt>
                <c:pt idx="248">
                  <c:v>0.63800000000000034</c:v>
                </c:pt>
                <c:pt idx="249">
                  <c:v>0.63900000000000035</c:v>
                </c:pt>
                <c:pt idx="250">
                  <c:v>0.64000000000000035</c:v>
                </c:pt>
                <c:pt idx="251">
                  <c:v>0.64100000000000035</c:v>
                </c:pt>
                <c:pt idx="252">
                  <c:v>0.64200000000000035</c:v>
                </c:pt>
                <c:pt idx="253">
                  <c:v>0.64300000000000035</c:v>
                </c:pt>
                <c:pt idx="254">
                  <c:v>0.64400000000000035</c:v>
                </c:pt>
                <c:pt idx="255">
                  <c:v>0.64500000000000035</c:v>
                </c:pt>
                <c:pt idx="256">
                  <c:v>0.64600000000000035</c:v>
                </c:pt>
                <c:pt idx="257">
                  <c:v>0.64700000000000035</c:v>
                </c:pt>
                <c:pt idx="258">
                  <c:v>0.64800000000000035</c:v>
                </c:pt>
                <c:pt idx="259">
                  <c:v>0.64900000000000035</c:v>
                </c:pt>
                <c:pt idx="260">
                  <c:v>0.65000000000000036</c:v>
                </c:pt>
                <c:pt idx="261">
                  <c:v>0.65100000000000036</c:v>
                </c:pt>
                <c:pt idx="262">
                  <c:v>0.65200000000000036</c:v>
                </c:pt>
                <c:pt idx="263">
                  <c:v>0.65300000000000036</c:v>
                </c:pt>
                <c:pt idx="264">
                  <c:v>0.65400000000000036</c:v>
                </c:pt>
                <c:pt idx="265">
                  <c:v>0.65500000000000036</c:v>
                </c:pt>
                <c:pt idx="266">
                  <c:v>0.65600000000000036</c:v>
                </c:pt>
                <c:pt idx="267">
                  <c:v>0.65700000000000036</c:v>
                </c:pt>
                <c:pt idx="268">
                  <c:v>0.65800000000000036</c:v>
                </c:pt>
                <c:pt idx="269">
                  <c:v>0.65900000000000036</c:v>
                </c:pt>
                <c:pt idx="270">
                  <c:v>0.66000000000000036</c:v>
                </c:pt>
                <c:pt idx="271">
                  <c:v>0.66100000000000037</c:v>
                </c:pt>
                <c:pt idx="272">
                  <c:v>0.66200000000000037</c:v>
                </c:pt>
                <c:pt idx="273">
                  <c:v>0.66300000000000037</c:v>
                </c:pt>
                <c:pt idx="274">
                  <c:v>0.66400000000000037</c:v>
                </c:pt>
                <c:pt idx="275">
                  <c:v>0.66500000000000037</c:v>
                </c:pt>
                <c:pt idx="276">
                  <c:v>0.66600000000000037</c:v>
                </c:pt>
                <c:pt idx="277">
                  <c:v>0.66700000000000037</c:v>
                </c:pt>
                <c:pt idx="278">
                  <c:v>0.66800000000000037</c:v>
                </c:pt>
                <c:pt idx="279">
                  <c:v>0.66900000000000037</c:v>
                </c:pt>
                <c:pt idx="280">
                  <c:v>0.67000000000000037</c:v>
                </c:pt>
                <c:pt idx="281">
                  <c:v>0.67100000000000037</c:v>
                </c:pt>
                <c:pt idx="282">
                  <c:v>0.67200000000000037</c:v>
                </c:pt>
                <c:pt idx="283">
                  <c:v>0.67300000000000038</c:v>
                </c:pt>
                <c:pt idx="284">
                  <c:v>0.67400000000000038</c:v>
                </c:pt>
                <c:pt idx="285">
                  <c:v>0.67500000000000038</c:v>
                </c:pt>
                <c:pt idx="286">
                  <c:v>0.67600000000000038</c:v>
                </c:pt>
                <c:pt idx="287">
                  <c:v>0.67700000000000038</c:v>
                </c:pt>
                <c:pt idx="288">
                  <c:v>0.67800000000000038</c:v>
                </c:pt>
                <c:pt idx="289">
                  <c:v>0.67900000000000038</c:v>
                </c:pt>
                <c:pt idx="290">
                  <c:v>0.68000000000000038</c:v>
                </c:pt>
                <c:pt idx="291">
                  <c:v>0.68100000000000038</c:v>
                </c:pt>
                <c:pt idx="292">
                  <c:v>0.68200000000000038</c:v>
                </c:pt>
                <c:pt idx="293">
                  <c:v>0.68300000000000038</c:v>
                </c:pt>
                <c:pt idx="294">
                  <c:v>0.68400000000000039</c:v>
                </c:pt>
                <c:pt idx="295">
                  <c:v>0.68500000000000039</c:v>
                </c:pt>
                <c:pt idx="296">
                  <c:v>0.68600000000000039</c:v>
                </c:pt>
                <c:pt idx="297">
                  <c:v>0.68700000000000039</c:v>
                </c:pt>
                <c:pt idx="298">
                  <c:v>0.68800000000000039</c:v>
                </c:pt>
                <c:pt idx="299">
                  <c:v>0.68900000000000039</c:v>
                </c:pt>
                <c:pt idx="300">
                  <c:v>0.69000000000000039</c:v>
                </c:pt>
                <c:pt idx="301">
                  <c:v>0.69100000000000039</c:v>
                </c:pt>
                <c:pt idx="302">
                  <c:v>0.69200000000000039</c:v>
                </c:pt>
                <c:pt idx="303">
                  <c:v>0.69300000000000039</c:v>
                </c:pt>
                <c:pt idx="304">
                  <c:v>0.69400000000000039</c:v>
                </c:pt>
                <c:pt idx="305">
                  <c:v>0.6950000000000004</c:v>
                </c:pt>
                <c:pt idx="306">
                  <c:v>0.6960000000000004</c:v>
                </c:pt>
                <c:pt idx="307">
                  <c:v>0.6970000000000004</c:v>
                </c:pt>
                <c:pt idx="308">
                  <c:v>0.6980000000000004</c:v>
                </c:pt>
                <c:pt idx="309">
                  <c:v>0.6990000000000004</c:v>
                </c:pt>
                <c:pt idx="310">
                  <c:v>0.7000000000000004</c:v>
                </c:pt>
                <c:pt idx="311">
                  <c:v>0.7010000000000004</c:v>
                </c:pt>
                <c:pt idx="312">
                  <c:v>0.7020000000000004</c:v>
                </c:pt>
                <c:pt idx="313">
                  <c:v>0.7030000000000004</c:v>
                </c:pt>
                <c:pt idx="314">
                  <c:v>0.7040000000000004</c:v>
                </c:pt>
                <c:pt idx="315">
                  <c:v>0.7050000000000004</c:v>
                </c:pt>
                <c:pt idx="316">
                  <c:v>0.70600000000000041</c:v>
                </c:pt>
                <c:pt idx="317">
                  <c:v>0.70700000000000041</c:v>
                </c:pt>
                <c:pt idx="318">
                  <c:v>0.70800000000000041</c:v>
                </c:pt>
                <c:pt idx="319">
                  <c:v>0.70900000000000041</c:v>
                </c:pt>
                <c:pt idx="320">
                  <c:v>0.71000000000000041</c:v>
                </c:pt>
                <c:pt idx="321">
                  <c:v>0.71100000000000041</c:v>
                </c:pt>
                <c:pt idx="322">
                  <c:v>0.71200000000000041</c:v>
                </c:pt>
                <c:pt idx="323">
                  <c:v>0.71300000000000041</c:v>
                </c:pt>
                <c:pt idx="324">
                  <c:v>0.71400000000000041</c:v>
                </c:pt>
                <c:pt idx="325">
                  <c:v>0.71500000000000041</c:v>
                </c:pt>
                <c:pt idx="326">
                  <c:v>0.71600000000000041</c:v>
                </c:pt>
                <c:pt idx="327">
                  <c:v>0.71700000000000041</c:v>
                </c:pt>
                <c:pt idx="328">
                  <c:v>0.71800000000000042</c:v>
                </c:pt>
                <c:pt idx="329">
                  <c:v>0.71900000000000042</c:v>
                </c:pt>
                <c:pt idx="330">
                  <c:v>0.72000000000000042</c:v>
                </c:pt>
                <c:pt idx="331">
                  <c:v>0.72100000000000042</c:v>
                </c:pt>
                <c:pt idx="332">
                  <c:v>0.72200000000000042</c:v>
                </c:pt>
                <c:pt idx="333">
                  <c:v>0.72300000000000042</c:v>
                </c:pt>
                <c:pt idx="334">
                  <c:v>0.72400000000000042</c:v>
                </c:pt>
                <c:pt idx="335">
                  <c:v>0.72500000000000042</c:v>
                </c:pt>
                <c:pt idx="336">
                  <c:v>0.72600000000000042</c:v>
                </c:pt>
                <c:pt idx="337">
                  <c:v>0.72700000000000042</c:v>
                </c:pt>
                <c:pt idx="338">
                  <c:v>0.72800000000000042</c:v>
                </c:pt>
                <c:pt idx="339">
                  <c:v>0.72900000000000043</c:v>
                </c:pt>
                <c:pt idx="340">
                  <c:v>0.73000000000000043</c:v>
                </c:pt>
                <c:pt idx="341">
                  <c:v>0.73100000000000043</c:v>
                </c:pt>
                <c:pt idx="342">
                  <c:v>0.73200000000000043</c:v>
                </c:pt>
                <c:pt idx="343">
                  <c:v>0.73300000000000043</c:v>
                </c:pt>
                <c:pt idx="344">
                  <c:v>0.73400000000000043</c:v>
                </c:pt>
                <c:pt idx="345">
                  <c:v>0.73500000000000043</c:v>
                </c:pt>
                <c:pt idx="346">
                  <c:v>0.73600000000000043</c:v>
                </c:pt>
                <c:pt idx="347">
                  <c:v>0.73700000000000043</c:v>
                </c:pt>
                <c:pt idx="348">
                  <c:v>0.73800000000000043</c:v>
                </c:pt>
                <c:pt idx="349">
                  <c:v>0.73900000000000043</c:v>
                </c:pt>
                <c:pt idx="350">
                  <c:v>0.74000000000000044</c:v>
                </c:pt>
                <c:pt idx="351">
                  <c:v>0.74100000000000044</c:v>
                </c:pt>
                <c:pt idx="352">
                  <c:v>0.74200000000000044</c:v>
                </c:pt>
                <c:pt idx="353">
                  <c:v>0.74300000000000044</c:v>
                </c:pt>
                <c:pt idx="354">
                  <c:v>0.74400000000000044</c:v>
                </c:pt>
                <c:pt idx="355">
                  <c:v>0.74500000000000044</c:v>
                </c:pt>
                <c:pt idx="356">
                  <c:v>0.74600000000000044</c:v>
                </c:pt>
                <c:pt idx="357">
                  <c:v>0.74700000000000044</c:v>
                </c:pt>
                <c:pt idx="358">
                  <c:v>0.74800000000000044</c:v>
                </c:pt>
                <c:pt idx="359">
                  <c:v>0.74900000000000044</c:v>
                </c:pt>
                <c:pt idx="360">
                  <c:v>0.75000000000000044</c:v>
                </c:pt>
                <c:pt idx="361">
                  <c:v>0.75100000000000044</c:v>
                </c:pt>
                <c:pt idx="362">
                  <c:v>0.75200000000000045</c:v>
                </c:pt>
                <c:pt idx="363">
                  <c:v>0.75300000000000045</c:v>
                </c:pt>
                <c:pt idx="364">
                  <c:v>0.75400000000000045</c:v>
                </c:pt>
                <c:pt idx="365">
                  <c:v>0.75500000000000045</c:v>
                </c:pt>
                <c:pt idx="366">
                  <c:v>0.75600000000000045</c:v>
                </c:pt>
                <c:pt idx="367">
                  <c:v>0.75700000000000045</c:v>
                </c:pt>
                <c:pt idx="368">
                  <c:v>0.75800000000000045</c:v>
                </c:pt>
                <c:pt idx="369">
                  <c:v>0.75900000000000045</c:v>
                </c:pt>
                <c:pt idx="370">
                  <c:v>0.76000000000000045</c:v>
                </c:pt>
                <c:pt idx="371">
                  <c:v>0.76100000000000045</c:v>
                </c:pt>
                <c:pt idx="372">
                  <c:v>0.76200000000000045</c:v>
                </c:pt>
                <c:pt idx="373">
                  <c:v>0.76300000000000046</c:v>
                </c:pt>
                <c:pt idx="374">
                  <c:v>0.76400000000000046</c:v>
                </c:pt>
                <c:pt idx="375">
                  <c:v>0.76500000000000046</c:v>
                </c:pt>
                <c:pt idx="376">
                  <c:v>0.76600000000000046</c:v>
                </c:pt>
                <c:pt idx="377">
                  <c:v>0.76700000000000046</c:v>
                </c:pt>
                <c:pt idx="378">
                  <c:v>0.76800000000000046</c:v>
                </c:pt>
                <c:pt idx="379">
                  <c:v>0.76900000000000046</c:v>
                </c:pt>
                <c:pt idx="380">
                  <c:v>0.77000000000000046</c:v>
                </c:pt>
                <c:pt idx="381">
                  <c:v>0.77100000000000046</c:v>
                </c:pt>
                <c:pt idx="382">
                  <c:v>0.77200000000000046</c:v>
                </c:pt>
                <c:pt idx="383">
                  <c:v>0.77300000000000046</c:v>
                </c:pt>
                <c:pt idx="384">
                  <c:v>0.77400000000000047</c:v>
                </c:pt>
                <c:pt idx="385">
                  <c:v>0.77500000000000047</c:v>
                </c:pt>
                <c:pt idx="386">
                  <c:v>0.77600000000000047</c:v>
                </c:pt>
                <c:pt idx="387">
                  <c:v>0.77700000000000047</c:v>
                </c:pt>
                <c:pt idx="388">
                  <c:v>0.77800000000000047</c:v>
                </c:pt>
                <c:pt idx="389">
                  <c:v>0.77900000000000047</c:v>
                </c:pt>
                <c:pt idx="390">
                  <c:v>0.78000000000000047</c:v>
                </c:pt>
                <c:pt idx="391">
                  <c:v>0.78100000000000047</c:v>
                </c:pt>
                <c:pt idx="392">
                  <c:v>0.78200000000000047</c:v>
                </c:pt>
                <c:pt idx="393">
                  <c:v>0.78300000000000047</c:v>
                </c:pt>
                <c:pt idx="394">
                  <c:v>0.78400000000000047</c:v>
                </c:pt>
                <c:pt idx="395">
                  <c:v>0.78500000000000048</c:v>
                </c:pt>
                <c:pt idx="396">
                  <c:v>0.78600000000000048</c:v>
                </c:pt>
                <c:pt idx="397">
                  <c:v>0.78700000000000048</c:v>
                </c:pt>
                <c:pt idx="398">
                  <c:v>0.78800000000000048</c:v>
                </c:pt>
                <c:pt idx="399">
                  <c:v>0.78900000000000048</c:v>
                </c:pt>
                <c:pt idx="400">
                  <c:v>0.79000000000000048</c:v>
                </c:pt>
                <c:pt idx="401">
                  <c:v>0.79100000000000048</c:v>
                </c:pt>
                <c:pt idx="402">
                  <c:v>0.79200000000000048</c:v>
                </c:pt>
                <c:pt idx="403">
                  <c:v>0.79300000000000048</c:v>
                </c:pt>
                <c:pt idx="404">
                  <c:v>0.79400000000000048</c:v>
                </c:pt>
                <c:pt idx="405">
                  <c:v>0.79500000000000048</c:v>
                </c:pt>
                <c:pt idx="406">
                  <c:v>0.79600000000000048</c:v>
                </c:pt>
                <c:pt idx="407">
                  <c:v>0.79700000000000049</c:v>
                </c:pt>
                <c:pt idx="408">
                  <c:v>0.79800000000000049</c:v>
                </c:pt>
                <c:pt idx="409">
                  <c:v>0.79900000000000049</c:v>
                </c:pt>
                <c:pt idx="410">
                  <c:v>0.80000000000000049</c:v>
                </c:pt>
                <c:pt idx="411">
                  <c:v>0.80100000000000049</c:v>
                </c:pt>
                <c:pt idx="412">
                  <c:v>0.80200000000000049</c:v>
                </c:pt>
                <c:pt idx="413">
                  <c:v>0.80300000000000049</c:v>
                </c:pt>
                <c:pt idx="414">
                  <c:v>0.80400000000000049</c:v>
                </c:pt>
                <c:pt idx="415">
                  <c:v>0.80500000000000049</c:v>
                </c:pt>
                <c:pt idx="416">
                  <c:v>0.80600000000000049</c:v>
                </c:pt>
                <c:pt idx="417">
                  <c:v>0.80700000000000049</c:v>
                </c:pt>
                <c:pt idx="418">
                  <c:v>0.8080000000000005</c:v>
                </c:pt>
                <c:pt idx="419">
                  <c:v>0.8090000000000005</c:v>
                </c:pt>
                <c:pt idx="420">
                  <c:v>0.8100000000000005</c:v>
                </c:pt>
                <c:pt idx="421">
                  <c:v>0.8110000000000005</c:v>
                </c:pt>
                <c:pt idx="422">
                  <c:v>0.8120000000000005</c:v>
                </c:pt>
                <c:pt idx="423">
                  <c:v>0.8130000000000005</c:v>
                </c:pt>
                <c:pt idx="424">
                  <c:v>0.8140000000000005</c:v>
                </c:pt>
                <c:pt idx="425">
                  <c:v>0.8150000000000005</c:v>
                </c:pt>
                <c:pt idx="426">
                  <c:v>0.8160000000000005</c:v>
                </c:pt>
                <c:pt idx="427">
                  <c:v>0.8170000000000005</c:v>
                </c:pt>
                <c:pt idx="428">
                  <c:v>0.8180000000000005</c:v>
                </c:pt>
                <c:pt idx="429">
                  <c:v>0.81900000000000051</c:v>
                </c:pt>
                <c:pt idx="430">
                  <c:v>0.82000000000000051</c:v>
                </c:pt>
                <c:pt idx="431">
                  <c:v>0.82100000000000051</c:v>
                </c:pt>
                <c:pt idx="432">
                  <c:v>0.82200000000000051</c:v>
                </c:pt>
                <c:pt idx="433">
                  <c:v>0.82300000000000051</c:v>
                </c:pt>
                <c:pt idx="434">
                  <c:v>0.82400000000000051</c:v>
                </c:pt>
                <c:pt idx="435">
                  <c:v>0.82500000000000051</c:v>
                </c:pt>
                <c:pt idx="436">
                  <c:v>0.82600000000000051</c:v>
                </c:pt>
                <c:pt idx="437">
                  <c:v>0.82700000000000051</c:v>
                </c:pt>
                <c:pt idx="438">
                  <c:v>0.82800000000000051</c:v>
                </c:pt>
                <c:pt idx="439">
                  <c:v>0.82900000000000051</c:v>
                </c:pt>
                <c:pt idx="440">
                  <c:v>0.83000000000000052</c:v>
                </c:pt>
                <c:pt idx="441">
                  <c:v>0.83100000000000052</c:v>
                </c:pt>
                <c:pt idx="442">
                  <c:v>0.83200000000000052</c:v>
                </c:pt>
                <c:pt idx="443">
                  <c:v>0.83300000000000052</c:v>
                </c:pt>
                <c:pt idx="444">
                  <c:v>0.83400000000000052</c:v>
                </c:pt>
                <c:pt idx="445">
                  <c:v>0.83500000000000052</c:v>
                </c:pt>
                <c:pt idx="446">
                  <c:v>0.83600000000000052</c:v>
                </c:pt>
                <c:pt idx="447">
                  <c:v>0.83700000000000052</c:v>
                </c:pt>
                <c:pt idx="448">
                  <c:v>0.83800000000000052</c:v>
                </c:pt>
                <c:pt idx="449">
                  <c:v>0.83900000000000052</c:v>
                </c:pt>
                <c:pt idx="450">
                  <c:v>0.84000000000000052</c:v>
                </c:pt>
                <c:pt idx="451">
                  <c:v>0.84100000000000052</c:v>
                </c:pt>
                <c:pt idx="452">
                  <c:v>0.84200000000000053</c:v>
                </c:pt>
                <c:pt idx="453">
                  <c:v>0.84300000000000053</c:v>
                </c:pt>
                <c:pt idx="454">
                  <c:v>0.84400000000000053</c:v>
                </c:pt>
                <c:pt idx="455">
                  <c:v>0.84500000000000053</c:v>
                </c:pt>
                <c:pt idx="456">
                  <c:v>0.84600000000000053</c:v>
                </c:pt>
                <c:pt idx="457">
                  <c:v>0.84700000000000053</c:v>
                </c:pt>
                <c:pt idx="458">
                  <c:v>0.84800000000000053</c:v>
                </c:pt>
                <c:pt idx="459">
                  <c:v>0.84900000000000053</c:v>
                </c:pt>
                <c:pt idx="460">
                  <c:v>0.85000000000000053</c:v>
                </c:pt>
                <c:pt idx="461">
                  <c:v>0.85100000000000053</c:v>
                </c:pt>
                <c:pt idx="462">
                  <c:v>0.85200000000000053</c:v>
                </c:pt>
                <c:pt idx="463">
                  <c:v>0.85300000000000054</c:v>
                </c:pt>
                <c:pt idx="464">
                  <c:v>0.85400000000000054</c:v>
                </c:pt>
                <c:pt idx="465">
                  <c:v>0.85500000000000054</c:v>
                </c:pt>
                <c:pt idx="466">
                  <c:v>0.85600000000000054</c:v>
                </c:pt>
                <c:pt idx="467">
                  <c:v>0.85700000000000054</c:v>
                </c:pt>
                <c:pt idx="468">
                  <c:v>0.85800000000000054</c:v>
                </c:pt>
                <c:pt idx="469">
                  <c:v>0.85900000000000054</c:v>
                </c:pt>
                <c:pt idx="470">
                  <c:v>0.86000000000000054</c:v>
                </c:pt>
                <c:pt idx="471">
                  <c:v>0.86100000000000054</c:v>
                </c:pt>
                <c:pt idx="472">
                  <c:v>0.86200000000000054</c:v>
                </c:pt>
                <c:pt idx="473">
                  <c:v>0.86300000000000054</c:v>
                </c:pt>
                <c:pt idx="474">
                  <c:v>0.86400000000000055</c:v>
                </c:pt>
                <c:pt idx="475">
                  <c:v>0.86500000000000055</c:v>
                </c:pt>
                <c:pt idx="476">
                  <c:v>0.86600000000000055</c:v>
                </c:pt>
                <c:pt idx="477">
                  <c:v>0.86700000000000055</c:v>
                </c:pt>
                <c:pt idx="478">
                  <c:v>0.86800000000000055</c:v>
                </c:pt>
                <c:pt idx="479">
                  <c:v>0.86900000000000055</c:v>
                </c:pt>
                <c:pt idx="480">
                  <c:v>0.87000000000000055</c:v>
                </c:pt>
                <c:pt idx="481">
                  <c:v>0.87100000000000055</c:v>
                </c:pt>
                <c:pt idx="482">
                  <c:v>0.87200000000000055</c:v>
                </c:pt>
                <c:pt idx="483">
                  <c:v>0.87300000000000055</c:v>
                </c:pt>
                <c:pt idx="484">
                  <c:v>0.87400000000000055</c:v>
                </c:pt>
                <c:pt idx="485">
                  <c:v>0.87500000000000056</c:v>
                </c:pt>
                <c:pt idx="486">
                  <c:v>0.87600000000000056</c:v>
                </c:pt>
                <c:pt idx="487">
                  <c:v>0.87700000000000056</c:v>
                </c:pt>
                <c:pt idx="488">
                  <c:v>0.87800000000000056</c:v>
                </c:pt>
                <c:pt idx="489">
                  <c:v>0.87900000000000056</c:v>
                </c:pt>
                <c:pt idx="490">
                  <c:v>0.88000000000000056</c:v>
                </c:pt>
                <c:pt idx="491">
                  <c:v>0.88100000000000056</c:v>
                </c:pt>
                <c:pt idx="492">
                  <c:v>0.88200000000000056</c:v>
                </c:pt>
                <c:pt idx="493">
                  <c:v>0.88300000000000056</c:v>
                </c:pt>
                <c:pt idx="494">
                  <c:v>0.88400000000000056</c:v>
                </c:pt>
                <c:pt idx="495">
                  <c:v>0.88500000000000056</c:v>
                </c:pt>
                <c:pt idx="496">
                  <c:v>0.88600000000000056</c:v>
                </c:pt>
                <c:pt idx="497">
                  <c:v>0.88700000000000057</c:v>
                </c:pt>
                <c:pt idx="498">
                  <c:v>0.88800000000000057</c:v>
                </c:pt>
                <c:pt idx="499">
                  <c:v>0.88900000000000057</c:v>
                </c:pt>
                <c:pt idx="500">
                  <c:v>0.89000000000000057</c:v>
                </c:pt>
                <c:pt idx="501">
                  <c:v>0.89100000000000057</c:v>
                </c:pt>
                <c:pt idx="502">
                  <c:v>0.89200000000000057</c:v>
                </c:pt>
                <c:pt idx="503">
                  <c:v>0.89300000000000057</c:v>
                </c:pt>
                <c:pt idx="504">
                  <c:v>0.89400000000000057</c:v>
                </c:pt>
                <c:pt idx="505">
                  <c:v>0.89500000000000057</c:v>
                </c:pt>
                <c:pt idx="506">
                  <c:v>0.89600000000000057</c:v>
                </c:pt>
                <c:pt idx="507">
                  <c:v>0.89700000000000057</c:v>
                </c:pt>
                <c:pt idx="508">
                  <c:v>0.89800000000000058</c:v>
                </c:pt>
                <c:pt idx="509">
                  <c:v>0.89900000000000058</c:v>
                </c:pt>
                <c:pt idx="510">
                  <c:v>0.90000000000000058</c:v>
                </c:pt>
                <c:pt idx="511">
                  <c:v>0.90100000000000058</c:v>
                </c:pt>
                <c:pt idx="512">
                  <c:v>0.90200000000000058</c:v>
                </c:pt>
                <c:pt idx="513">
                  <c:v>0.90300000000000058</c:v>
                </c:pt>
                <c:pt idx="514">
                  <c:v>0.90400000000000058</c:v>
                </c:pt>
                <c:pt idx="515">
                  <c:v>0.90500000000000058</c:v>
                </c:pt>
                <c:pt idx="516">
                  <c:v>0.90600000000000058</c:v>
                </c:pt>
                <c:pt idx="517">
                  <c:v>0.90700000000000058</c:v>
                </c:pt>
                <c:pt idx="518">
                  <c:v>0.90800000000000058</c:v>
                </c:pt>
                <c:pt idx="519">
                  <c:v>0.90900000000000059</c:v>
                </c:pt>
                <c:pt idx="520">
                  <c:v>0.91000000000000059</c:v>
                </c:pt>
                <c:pt idx="521">
                  <c:v>0.91100000000000059</c:v>
                </c:pt>
                <c:pt idx="522">
                  <c:v>0.91200000000000059</c:v>
                </c:pt>
                <c:pt idx="523">
                  <c:v>0.91300000000000059</c:v>
                </c:pt>
                <c:pt idx="524">
                  <c:v>0.91400000000000059</c:v>
                </c:pt>
                <c:pt idx="525">
                  <c:v>0.91500000000000059</c:v>
                </c:pt>
                <c:pt idx="526">
                  <c:v>0.91600000000000059</c:v>
                </c:pt>
                <c:pt idx="527">
                  <c:v>0.91700000000000059</c:v>
                </c:pt>
                <c:pt idx="528">
                  <c:v>0.91800000000000059</c:v>
                </c:pt>
                <c:pt idx="529">
                  <c:v>0.91900000000000059</c:v>
                </c:pt>
                <c:pt idx="530">
                  <c:v>0.9200000000000006</c:v>
                </c:pt>
                <c:pt idx="531">
                  <c:v>0.9210000000000006</c:v>
                </c:pt>
                <c:pt idx="532">
                  <c:v>0.9220000000000006</c:v>
                </c:pt>
                <c:pt idx="533">
                  <c:v>0.9230000000000006</c:v>
                </c:pt>
                <c:pt idx="534">
                  <c:v>0.9240000000000006</c:v>
                </c:pt>
                <c:pt idx="535">
                  <c:v>0.9250000000000006</c:v>
                </c:pt>
                <c:pt idx="536">
                  <c:v>0.9260000000000006</c:v>
                </c:pt>
                <c:pt idx="537">
                  <c:v>0.9270000000000006</c:v>
                </c:pt>
                <c:pt idx="538">
                  <c:v>0.9280000000000006</c:v>
                </c:pt>
                <c:pt idx="539">
                  <c:v>0.9290000000000006</c:v>
                </c:pt>
                <c:pt idx="540">
                  <c:v>0.9300000000000006</c:v>
                </c:pt>
                <c:pt idx="541">
                  <c:v>0.9310000000000006</c:v>
                </c:pt>
                <c:pt idx="542">
                  <c:v>0.93200000000000061</c:v>
                </c:pt>
                <c:pt idx="543">
                  <c:v>0.93300000000000061</c:v>
                </c:pt>
                <c:pt idx="544">
                  <c:v>0.93400000000000061</c:v>
                </c:pt>
                <c:pt idx="545">
                  <c:v>0.93500000000000061</c:v>
                </c:pt>
                <c:pt idx="546">
                  <c:v>0.93600000000000061</c:v>
                </c:pt>
                <c:pt idx="547">
                  <c:v>0.93700000000000061</c:v>
                </c:pt>
                <c:pt idx="548">
                  <c:v>0.93800000000000061</c:v>
                </c:pt>
                <c:pt idx="549">
                  <c:v>0.93900000000000061</c:v>
                </c:pt>
                <c:pt idx="550">
                  <c:v>0.94000000000000061</c:v>
                </c:pt>
                <c:pt idx="551">
                  <c:v>0.94100000000000061</c:v>
                </c:pt>
                <c:pt idx="552">
                  <c:v>0.94200000000000061</c:v>
                </c:pt>
                <c:pt idx="553">
                  <c:v>0.94300000000000062</c:v>
                </c:pt>
                <c:pt idx="554">
                  <c:v>0.94400000000000062</c:v>
                </c:pt>
                <c:pt idx="555">
                  <c:v>0.94500000000000062</c:v>
                </c:pt>
                <c:pt idx="556">
                  <c:v>0.94600000000000062</c:v>
                </c:pt>
                <c:pt idx="557">
                  <c:v>0.94700000000000062</c:v>
                </c:pt>
                <c:pt idx="558">
                  <c:v>0.94800000000000062</c:v>
                </c:pt>
                <c:pt idx="559">
                  <c:v>0.94900000000000062</c:v>
                </c:pt>
                <c:pt idx="560">
                  <c:v>0.95000000000000062</c:v>
                </c:pt>
                <c:pt idx="561">
                  <c:v>0.95100000000000062</c:v>
                </c:pt>
                <c:pt idx="562">
                  <c:v>0.95200000000000062</c:v>
                </c:pt>
                <c:pt idx="563">
                  <c:v>0.95300000000000062</c:v>
                </c:pt>
                <c:pt idx="564">
                  <c:v>0.95400000000000063</c:v>
                </c:pt>
                <c:pt idx="565">
                  <c:v>0.95500000000000063</c:v>
                </c:pt>
                <c:pt idx="566">
                  <c:v>0.95600000000000063</c:v>
                </c:pt>
                <c:pt idx="567">
                  <c:v>0.95700000000000063</c:v>
                </c:pt>
                <c:pt idx="568">
                  <c:v>0.95800000000000063</c:v>
                </c:pt>
                <c:pt idx="569">
                  <c:v>0.95900000000000063</c:v>
                </c:pt>
                <c:pt idx="570">
                  <c:v>0.96000000000000063</c:v>
                </c:pt>
                <c:pt idx="571">
                  <c:v>0.96100000000000063</c:v>
                </c:pt>
                <c:pt idx="572">
                  <c:v>0.96200000000000063</c:v>
                </c:pt>
                <c:pt idx="573">
                  <c:v>0.96300000000000063</c:v>
                </c:pt>
                <c:pt idx="574">
                  <c:v>0.96400000000000063</c:v>
                </c:pt>
                <c:pt idx="575">
                  <c:v>0.96500000000000064</c:v>
                </c:pt>
                <c:pt idx="576">
                  <c:v>0.96600000000000064</c:v>
                </c:pt>
                <c:pt idx="577">
                  <c:v>0.96700000000000064</c:v>
                </c:pt>
                <c:pt idx="578">
                  <c:v>0.96800000000000064</c:v>
                </c:pt>
                <c:pt idx="579">
                  <c:v>0.96900000000000064</c:v>
                </c:pt>
                <c:pt idx="580">
                  <c:v>0.97000000000000064</c:v>
                </c:pt>
                <c:pt idx="581">
                  <c:v>0.97100000000000064</c:v>
                </c:pt>
                <c:pt idx="582">
                  <c:v>0.97200000000000064</c:v>
                </c:pt>
                <c:pt idx="583">
                  <c:v>0.97300000000000064</c:v>
                </c:pt>
                <c:pt idx="584">
                  <c:v>0.97400000000000064</c:v>
                </c:pt>
                <c:pt idx="585">
                  <c:v>0.97500000000000064</c:v>
                </c:pt>
                <c:pt idx="586">
                  <c:v>0.97600000000000064</c:v>
                </c:pt>
                <c:pt idx="587">
                  <c:v>0.97700000000000065</c:v>
                </c:pt>
                <c:pt idx="588">
                  <c:v>0.97800000000000065</c:v>
                </c:pt>
                <c:pt idx="589">
                  <c:v>0.97900000000000065</c:v>
                </c:pt>
                <c:pt idx="590">
                  <c:v>0.98000000000000065</c:v>
                </c:pt>
                <c:pt idx="591">
                  <c:v>0.98100000000000065</c:v>
                </c:pt>
                <c:pt idx="592">
                  <c:v>0.98200000000000065</c:v>
                </c:pt>
                <c:pt idx="593">
                  <c:v>0.98300000000000065</c:v>
                </c:pt>
                <c:pt idx="594">
                  <c:v>0.98400000000000065</c:v>
                </c:pt>
                <c:pt idx="595">
                  <c:v>0.98500000000000065</c:v>
                </c:pt>
                <c:pt idx="596">
                  <c:v>0.98600000000000065</c:v>
                </c:pt>
                <c:pt idx="597">
                  <c:v>0.98700000000000065</c:v>
                </c:pt>
                <c:pt idx="598">
                  <c:v>0.98800000000000066</c:v>
                </c:pt>
                <c:pt idx="599">
                  <c:v>0.98900000000000066</c:v>
                </c:pt>
                <c:pt idx="600">
                  <c:v>0.99000000000000066</c:v>
                </c:pt>
                <c:pt idx="601">
                  <c:v>0.99100000000000066</c:v>
                </c:pt>
                <c:pt idx="602">
                  <c:v>0.99200000000000066</c:v>
                </c:pt>
                <c:pt idx="603">
                  <c:v>0.99300000000000066</c:v>
                </c:pt>
                <c:pt idx="604">
                  <c:v>0.99400000000000066</c:v>
                </c:pt>
                <c:pt idx="605">
                  <c:v>0.99500000000000066</c:v>
                </c:pt>
                <c:pt idx="606">
                  <c:v>0.99600000000000066</c:v>
                </c:pt>
                <c:pt idx="607">
                  <c:v>0.99700000000000066</c:v>
                </c:pt>
                <c:pt idx="608">
                  <c:v>0.99800000000000066</c:v>
                </c:pt>
                <c:pt idx="609">
                  <c:v>0.99900000000000067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A6-4E1A-91A3-E19DF1FB12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40595728"/>
        <c:axId val="540597648"/>
      </c:lineChart>
      <c:catAx>
        <c:axId val="540595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Value</a:t>
                </a:r>
              </a:p>
            </c:rich>
          </c:tx>
          <c:layout>
            <c:manualLayout>
              <c:xMode val="edge"/>
              <c:yMode val="edge"/>
              <c:x val="0.53183432234014216"/>
              <c:y val="0.937632012683337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540597648"/>
        <c:crosses val="autoZero"/>
        <c:auto val="1"/>
        <c:lblAlgn val="ctr"/>
        <c:lblOffset val="100"/>
        <c:tickLblSkip val="50"/>
        <c:noMultiLvlLbl val="0"/>
      </c:catAx>
      <c:valAx>
        <c:axId val="54059764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Probability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540595728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CDF (1000 samples</a:t>
            </a:r>
            <a:r>
              <a:rPr lang="en-US" sz="2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space=0-610)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CDF!$A$2:$A$611</c:f>
              <c:numCache>
                <c:formatCode>General</c:formatCode>
                <c:ptCount val="6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  <c:pt idx="600">
                  <c:v>600</c:v>
                </c:pt>
                <c:pt idx="601">
                  <c:v>601</c:v>
                </c:pt>
                <c:pt idx="602">
                  <c:v>602</c:v>
                </c:pt>
                <c:pt idx="603">
                  <c:v>603</c:v>
                </c:pt>
                <c:pt idx="604">
                  <c:v>604</c:v>
                </c:pt>
                <c:pt idx="605">
                  <c:v>605</c:v>
                </c:pt>
                <c:pt idx="606">
                  <c:v>606</c:v>
                </c:pt>
                <c:pt idx="607">
                  <c:v>607</c:v>
                </c:pt>
                <c:pt idx="608">
                  <c:v>608</c:v>
                </c:pt>
                <c:pt idx="609">
                  <c:v>609</c:v>
                </c:pt>
              </c:numCache>
            </c:numRef>
          </c:cat>
          <c:val>
            <c:numRef>
              <c:f>CDF!$D$1:$D$610</c:f>
              <c:numCache>
                <c:formatCode>General</c:formatCode>
                <c:ptCount val="610"/>
                <c:pt idx="0">
                  <c:v>0</c:v>
                </c:pt>
                <c:pt idx="1">
                  <c:v>1E-3</c:v>
                </c:pt>
                <c:pt idx="2">
                  <c:v>3.0000000000000002E-2</c:v>
                </c:pt>
                <c:pt idx="3">
                  <c:v>3.1000000000000003E-2</c:v>
                </c:pt>
                <c:pt idx="4">
                  <c:v>6.0000000000000005E-2</c:v>
                </c:pt>
                <c:pt idx="5">
                  <c:v>6.1000000000000006E-2</c:v>
                </c:pt>
                <c:pt idx="6">
                  <c:v>9.0000000000000011E-2</c:v>
                </c:pt>
                <c:pt idx="7">
                  <c:v>9.1000000000000011E-2</c:v>
                </c:pt>
                <c:pt idx="8">
                  <c:v>0.12000000000000001</c:v>
                </c:pt>
                <c:pt idx="9">
                  <c:v>0.12100000000000001</c:v>
                </c:pt>
                <c:pt idx="10">
                  <c:v>0.15000000000000002</c:v>
                </c:pt>
                <c:pt idx="11">
                  <c:v>0.15100000000000002</c:v>
                </c:pt>
                <c:pt idx="12">
                  <c:v>0.18000000000000002</c:v>
                </c:pt>
                <c:pt idx="13">
                  <c:v>0.18100000000000002</c:v>
                </c:pt>
                <c:pt idx="14">
                  <c:v>0.21000000000000002</c:v>
                </c:pt>
                <c:pt idx="15">
                  <c:v>0.21100000000000002</c:v>
                </c:pt>
                <c:pt idx="16">
                  <c:v>0.24000000000000002</c:v>
                </c:pt>
                <c:pt idx="17">
                  <c:v>0.24100000000000002</c:v>
                </c:pt>
                <c:pt idx="18">
                  <c:v>0.27</c:v>
                </c:pt>
                <c:pt idx="19">
                  <c:v>0.27100000000000002</c:v>
                </c:pt>
                <c:pt idx="20">
                  <c:v>0.30000000000000004</c:v>
                </c:pt>
                <c:pt idx="21">
                  <c:v>0.30100000000000005</c:v>
                </c:pt>
                <c:pt idx="22">
                  <c:v>0.30200000000000005</c:v>
                </c:pt>
                <c:pt idx="23">
                  <c:v>0.30300000000000005</c:v>
                </c:pt>
                <c:pt idx="24">
                  <c:v>0.30400000000000005</c:v>
                </c:pt>
                <c:pt idx="25">
                  <c:v>0.30500000000000005</c:v>
                </c:pt>
                <c:pt idx="26">
                  <c:v>0.30600000000000005</c:v>
                </c:pt>
                <c:pt idx="27">
                  <c:v>0.30700000000000005</c:v>
                </c:pt>
                <c:pt idx="28">
                  <c:v>0.30800000000000005</c:v>
                </c:pt>
                <c:pt idx="29">
                  <c:v>0.30900000000000005</c:v>
                </c:pt>
                <c:pt idx="30">
                  <c:v>0.31000000000000005</c:v>
                </c:pt>
                <c:pt idx="31">
                  <c:v>0.31100000000000005</c:v>
                </c:pt>
                <c:pt idx="32">
                  <c:v>0.31200000000000006</c:v>
                </c:pt>
                <c:pt idx="33">
                  <c:v>0.31300000000000006</c:v>
                </c:pt>
                <c:pt idx="34">
                  <c:v>0.31400000000000006</c:v>
                </c:pt>
                <c:pt idx="35">
                  <c:v>0.31500000000000006</c:v>
                </c:pt>
                <c:pt idx="36">
                  <c:v>0.31600000000000006</c:v>
                </c:pt>
                <c:pt idx="37">
                  <c:v>0.31700000000000006</c:v>
                </c:pt>
                <c:pt idx="38">
                  <c:v>0.31800000000000006</c:v>
                </c:pt>
                <c:pt idx="39">
                  <c:v>0.31900000000000006</c:v>
                </c:pt>
                <c:pt idx="40">
                  <c:v>0.32000000000000006</c:v>
                </c:pt>
                <c:pt idx="41">
                  <c:v>0.32100000000000006</c:v>
                </c:pt>
                <c:pt idx="42">
                  <c:v>0.32200000000000006</c:v>
                </c:pt>
                <c:pt idx="43">
                  <c:v>0.32300000000000006</c:v>
                </c:pt>
                <c:pt idx="44">
                  <c:v>0.32400000000000007</c:v>
                </c:pt>
                <c:pt idx="45">
                  <c:v>0.32500000000000007</c:v>
                </c:pt>
                <c:pt idx="46">
                  <c:v>0.32600000000000007</c:v>
                </c:pt>
                <c:pt idx="47">
                  <c:v>0.32700000000000007</c:v>
                </c:pt>
                <c:pt idx="48">
                  <c:v>0.32800000000000007</c:v>
                </c:pt>
                <c:pt idx="49">
                  <c:v>0.32900000000000007</c:v>
                </c:pt>
                <c:pt idx="50">
                  <c:v>0.33000000000000007</c:v>
                </c:pt>
                <c:pt idx="51">
                  <c:v>0.33100000000000007</c:v>
                </c:pt>
                <c:pt idx="52">
                  <c:v>0.33200000000000007</c:v>
                </c:pt>
                <c:pt idx="53">
                  <c:v>0.33300000000000007</c:v>
                </c:pt>
                <c:pt idx="54">
                  <c:v>0.33400000000000007</c:v>
                </c:pt>
                <c:pt idx="55">
                  <c:v>0.33500000000000008</c:v>
                </c:pt>
                <c:pt idx="56">
                  <c:v>0.33600000000000008</c:v>
                </c:pt>
                <c:pt idx="57">
                  <c:v>0.33700000000000008</c:v>
                </c:pt>
                <c:pt idx="58">
                  <c:v>0.33800000000000008</c:v>
                </c:pt>
                <c:pt idx="59">
                  <c:v>0.33900000000000008</c:v>
                </c:pt>
                <c:pt idx="60">
                  <c:v>0.34000000000000008</c:v>
                </c:pt>
                <c:pt idx="61">
                  <c:v>0.34100000000000008</c:v>
                </c:pt>
                <c:pt idx="62">
                  <c:v>0.34200000000000008</c:v>
                </c:pt>
                <c:pt idx="63">
                  <c:v>0.34300000000000008</c:v>
                </c:pt>
                <c:pt idx="64">
                  <c:v>0.34400000000000008</c:v>
                </c:pt>
                <c:pt idx="65">
                  <c:v>0.34500000000000008</c:v>
                </c:pt>
                <c:pt idx="66">
                  <c:v>0.34600000000000009</c:v>
                </c:pt>
                <c:pt idx="67">
                  <c:v>0.34700000000000009</c:v>
                </c:pt>
                <c:pt idx="68">
                  <c:v>0.34800000000000009</c:v>
                </c:pt>
                <c:pt idx="69">
                  <c:v>0.34900000000000009</c:v>
                </c:pt>
                <c:pt idx="70">
                  <c:v>0.35000000000000009</c:v>
                </c:pt>
                <c:pt idx="71">
                  <c:v>0.35100000000000009</c:v>
                </c:pt>
                <c:pt idx="72">
                  <c:v>0.35200000000000009</c:v>
                </c:pt>
                <c:pt idx="73">
                  <c:v>0.35300000000000009</c:v>
                </c:pt>
                <c:pt idx="74">
                  <c:v>0.35400000000000009</c:v>
                </c:pt>
                <c:pt idx="75">
                  <c:v>0.35500000000000009</c:v>
                </c:pt>
                <c:pt idx="76">
                  <c:v>0.35600000000000009</c:v>
                </c:pt>
                <c:pt idx="77">
                  <c:v>0.3570000000000001</c:v>
                </c:pt>
                <c:pt idx="78">
                  <c:v>0.3580000000000001</c:v>
                </c:pt>
                <c:pt idx="79">
                  <c:v>0.3590000000000001</c:v>
                </c:pt>
                <c:pt idx="80">
                  <c:v>0.3600000000000001</c:v>
                </c:pt>
                <c:pt idx="81">
                  <c:v>0.3610000000000001</c:v>
                </c:pt>
                <c:pt idx="82">
                  <c:v>0.3620000000000001</c:v>
                </c:pt>
                <c:pt idx="83">
                  <c:v>0.3630000000000001</c:v>
                </c:pt>
                <c:pt idx="84">
                  <c:v>0.3640000000000001</c:v>
                </c:pt>
                <c:pt idx="85">
                  <c:v>0.3650000000000001</c:v>
                </c:pt>
                <c:pt idx="86">
                  <c:v>0.3660000000000001</c:v>
                </c:pt>
                <c:pt idx="87">
                  <c:v>0.3670000000000001</c:v>
                </c:pt>
                <c:pt idx="88">
                  <c:v>0.3680000000000001</c:v>
                </c:pt>
                <c:pt idx="89">
                  <c:v>0.36900000000000011</c:v>
                </c:pt>
                <c:pt idx="90">
                  <c:v>0.37000000000000011</c:v>
                </c:pt>
                <c:pt idx="91">
                  <c:v>0.37100000000000011</c:v>
                </c:pt>
                <c:pt idx="92">
                  <c:v>0.37200000000000011</c:v>
                </c:pt>
                <c:pt idx="93">
                  <c:v>0.37300000000000011</c:v>
                </c:pt>
                <c:pt idx="94">
                  <c:v>0.37400000000000011</c:v>
                </c:pt>
                <c:pt idx="95">
                  <c:v>0.37500000000000011</c:v>
                </c:pt>
                <c:pt idx="96">
                  <c:v>0.37600000000000011</c:v>
                </c:pt>
                <c:pt idx="97">
                  <c:v>0.37700000000000011</c:v>
                </c:pt>
                <c:pt idx="98">
                  <c:v>0.37800000000000011</c:v>
                </c:pt>
                <c:pt idx="99">
                  <c:v>0.37900000000000011</c:v>
                </c:pt>
                <c:pt idx="100">
                  <c:v>0.38000000000000012</c:v>
                </c:pt>
                <c:pt idx="101">
                  <c:v>0.38900000000000012</c:v>
                </c:pt>
                <c:pt idx="102">
                  <c:v>0.39000000000000012</c:v>
                </c:pt>
                <c:pt idx="103">
                  <c:v>0.39900000000000013</c:v>
                </c:pt>
                <c:pt idx="104">
                  <c:v>0.40000000000000013</c:v>
                </c:pt>
                <c:pt idx="105">
                  <c:v>0.40900000000000014</c:v>
                </c:pt>
                <c:pt idx="106">
                  <c:v>0.41000000000000014</c:v>
                </c:pt>
                <c:pt idx="107">
                  <c:v>0.41900000000000015</c:v>
                </c:pt>
                <c:pt idx="108">
                  <c:v>0.42000000000000015</c:v>
                </c:pt>
                <c:pt idx="109">
                  <c:v>0.42900000000000016</c:v>
                </c:pt>
                <c:pt idx="110">
                  <c:v>0.43000000000000016</c:v>
                </c:pt>
                <c:pt idx="111">
                  <c:v>0.43900000000000017</c:v>
                </c:pt>
                <c:pt idx="112">
                  <c:v>0.44000000000000017</c:v>
                </c:pt>
                <c:pt idx="113">
                  <c:v>0.44900000000000018</c:v>
                </c:pt>
                <c:pt idx="114">
                  <c:v>0.45000000000000018</c:v>
                </c:pt>
                <c:pt idx="115">
                  <c:v>0.45900000000000019</c:v>
                </c:pt>
                <c:pt idx="116">
                  <c:v>0.46000000000000019</c:v>
                </c:pt>
                <c:pt idx="117">
                  <c:v>0.46900000000000019</c:v>
                </c:pt>
                <c:pt idx="118">
                  <c:v>0.4700000000000002</c:v>
                </c:pt>
                <c:pt idx="119">
                  <c:v>0.4790000000000002</c:v>
                </c:pt>
                <c:pt idx="120">
                  <c:v>0.4800000000000002</c:v>
                </c:pt>
                <c:pt idx="121">
                  <c:v>0.48900000000000021</c:v>
                </c:pt>
                <c:pt idx="122">
                  <c:v>0.49000000000000021</c:v>
                </c:pt>
                <c:pt idx="123">
                  <c:v>0.49900000000000022</c:v>
                </c:pt>
                <c:pt idx="124">
                  <c:v>0.50000000000000022</c:v>
                </c:pt>
                <c:pt idx="125">
                  <c:v>0.50900000000000023</c:v>
                </c:pt>
                <c:pt idx="126">
                  <c:v>0.51000000000000023</c:v>
                </c:pt>
                <c:pt idx="127">
                  <c:v>0.51700000000000024</c:v>
                </c:pt>
                <c:pt idx="128">
                  <c:v>0.51800000000000024</c:v>
                </c:pt>
                <c:pt idx="129">
                  <c:v>0.51900000000000024</c:v>
                </c:pt>
                <c:pt idx="130">
                  <c:v>0.52000000000000024</c:v>
                </c:pt>
                <c:pt idx="131">
                  <c:v>0.52100000000000024</c:v>
                </c:pt>
                <c:pt idx="132">
                  <c:v>0.52200000000000024</c:v>
                </c:pt>
                <c:pt idx="133">
                  <c:v>0.52300000000000024</c:v>
                </c:pt>
                <c:pt idx="134">
                  <c:v>0.52400000000000024</c:v>
                </c:pt>
                <c:pt idx="135">
                  <c:v>0.52500000000000024</c:v>
                </c:pt>
                <c:pt idx="136">
                  <c:v>0.52600000000000025</c:v>
                </c:pt>
                <c:pt idx="137">
                  <c:v>0.52700000000000025</c:v>
                </c:pt>
                <c:pt idx="138">
                  <c:v>0.52800000000000025</c:v>
                </c:pt>
                <c:pt idx="139">
                  <c:v>0.52900000000000025</c:v>
                </c:pt>
                <c:pt idx="140">
                  <c:v>0.53000000000000025</c:v>
                </c:pt>
                <c:pt idx="141">
                  <c:v>0.53100000000000025</c:v>
                </c:pt>
                <c:pt idx="142">
                  <c:v>0.53200000000000025</c:v>
                </c:pt>
                <c:pt idx="143">
                  <c:v>0.53300000000000025</c:v>
                </c:pt>
                <c:pt idx="144">
                  <c:v>0.53400000000000025</c:v>
                </c:pt>
                <c:pt idx="145">
                  <c:v>0.53500000000000025</c:v>
                </c:pt>
                <c:pt idx="146">
                  <c:v>0.53600000000000025</c:v>
                </c:pt>
                <c:pt idx="147">
                  <c:v>0.53700000000000025</c:v>
                </c:pt>
                <c:pt idx="148">
                  <c:v>0.53800000000000026</c:v>
                </c:pt>
                <c:pt idx="149">
                  <c:v>0.53900000000000026</c:v>
                </c:pt>
                <c:pt idx="150">
                  <c:v>0.54000000000000026</c:v>
                </c:pt>
                <c:pt idx="151">
                  <c:v>0.54100000000000026</c:v>
                </c:pt>
                <c:pt idx="152">
                  <c:v>0.54200000000000026</c:v>
                </c:pt>
                <c:pt idx="153">
                  <c:v>0.54300000000000026</c:v>
                </c:pt>
                <c:pt idx="154">
                  <c:v>0.54400000000000026</c:v>
                </c:pt>
                <c:pt idx="155">
                  <c:v>0.54500000000000026</c:v>
                </c:pt>
                <c:pt idx="156">
                  <c:v>0.54600000000000026</c:v>
                </c:pt>
                <c:pt idx="157">
                  <c:v>0.54700000000000026</c:v>
                </c:pt>
                <c:pt idx="158">
                  <c:v>0.54800000000000026</c:v>
                </c:pt>
                <c:pt idx="159">
                  <c:v>0.54900000000000027</c:v>
                </c:pt>
                <c:pt idx="160">
                  <c:v>0.55000000000000027</c:v>
                </c:pt>
                <c:pt idx="161">
                  <c:v>0.55100000000000027</c:v>
                </c:pt>
                <c:pt idx="162">
                  <c:v>0.55200000000000027</c:v>
                </c:pt>
                <c:pt idx="163">
                  <c:v>0.55300000000000027</c:v>
                </c:pt>
                <c:pt idx="164">
                  <c:v>0.55400000000000027</c:v>
                </c:pt>
                <c:pt idx="165">
                  <c:v>0.55500000000000027</c:v>
                </c:pt>
                <c:pt idx="166">
                  <c:v>0.55600000000000027</c:v>
                </c:pt>
                <c:pt idx="167">
                  <c:v>0.55700000000000027</c:v>
                </c:pt>
                <c:pt idx="168">
                  <c:v>0.55800000000000027</c:v>
                </c:pt>
                <c:pt idx="169">
                  <c:v>0.55900000000000027</c:v>
                </c:pt>
                <c:pt idx="170">
                  <c:v>0.56000000000000028</c:v>
                </c:pt>
                <c:pt idx="171">
                  <c:v>0.56100000000000028</c:v>
                </c:pt>
                <c:pt idx="172">
                  <c:v>0.56200000000000028</c:v>
                </c:pt>
                <c:pt idx="173">
                  <c:v>0.56300000000000028</c:v>
                </c:pt>
                <c:pt idx="174">
                  <c:v>0.56400000000000028</c:v>
                </c:pt>
                <c:pt idx="175">
                  <c:v>0.56500000000000028</c:v>
                </c:pt>
                <c:pt idx="176">
                  <c:v>0.56600000000000028</c:v>
                </c:pt>
                <c:pt idx="177">
                  <c:v>0.56700000000000028</c:v>
                </c:pt>
                <c:pt idx="178">
                  <c:v>0.56800000000000028</c:v>
                </c:pt>
                <c:pt idx="179">
                  <c:v>0.56900000000000028</c:v>
                </c:pt>
                <c:pt idx="180">
                  <c:v>0.57000000000000028</c:v>
                </c:pt>
                <c:pt idx="181">
                  <c:v>0.57100000000000029</c:v>
                </c:pt>
                <c:pt idx="182">
                  <c:v>0.57200000000000029</c:v>
                </c:pt>
                <c:pt idx="183">
                  <c:v>0.57300000000000029</c:v>
                </c:pt>
                <c:pt idx="184">
                  <c:v>0.57400000000000029</c:v>
                </c:pt>
                <c:pt idx="185">
                  <c:v>0.57500000000000029</c:v>
                </c:pt>
                <c:pt idx="186">
                  <c:v>0.57600000000000029</c:v>
                </c:pt>
                <c:pt idx="187">
                  <c:v>0.57700000000000029</c:v>
                </c:pt>
                <c:pt idx="188">
                  <c:v>0.57800000000000029</c:v>
                </c:pt>
                <c:pt idx="189">
                  <c:v>0.57900000000000029</c:v>
                </c:pt>
                <c:pt idx="190">
                  <c:v>0.58000000000000029</c:v>
                </c:pt>
                <c:pt idx="191">
                  <c:v>0.58100000000000029</c:v>
                </c:pt>
                <c:pt idx="192">
                  <c:v>0.58200000000000029</c:v>
                </c:pt>
                <c:pt idx="193">
                  <c:v>0.5830000000000003</c:v>
                </c:pt>
                <c:pt idx="194">
                  <c:v>0.5840000000000003</c:v>
                </c:pt>
                <c:pt idx="195">
                  <c:v>0.5850000000000003</c:v>
                </c:pt>
                <c:pt idx="196">
                  <c:v>0.5860000000000003</c:v>
                </c:pt>
                <c:pt idx="197">
                  <c:v>0.5870000000000003</c:v>
                </c:pt>
                <c:pt idx="198">
                  <c:v>0.5880000000000003</c:v>
                </c:pt>
                <c:pt idx="199">
                  <c:v>0.5890000000000003</c:v>
                </c:pt>
                <c:pt idx="200">
                  <c:v>0.5900000000000003</c:v>
                </c:pt>
                <c:pt idx="201">
                  <c:v>0.5910000000000003</c:v>
                </c:pt>
                <c:pt idx="202">
                  <c:v>0.5920000000000003</c:v>
                </c:pt>
                <c:pt idx="203">
                  <c:v>0.5930000000000003</c:v>
                </c:pt>
                <c:pt idx="204">
                  <c:v>0.59400000000000031</c:v>
                </c:pt>
                <c:pt idx="205">
                  <c:v>0.59500000000000031</c:v>
                </c:pt>
                <c:pt idx="206">
                  <c:v>0.59600000000000031</c:v>
                </c:pt>
                <c:pt idx="207">
                  <c:v>0.59700000000000031</c:v>
                </c:pt>
                <c:pt idx="208">
                  <c:v>0.59800000000000031</c:v>
                </c:pt>
                <c:pt idx="209">
                  <c:v>0.59900000000000031</c:v>
                </c:pt>
                <c:pt idx="210">
                  <c:v>0.60000000000000031</c:v>
                </c:pt>
                <c:pt idx="211">
                  <c:v>0.60100000000000031</c:v>
                </c:pt>
                <c:pt idx="212">
                  <c:v>0.60200000000000031</c:v>
                </c:pt>
                <c:pt idx="213">
                  <c:v>0.60300000000000031</c:v>
                </c:pt>
                <c:pt idx="214">
                  <c:v>0.60400000000000031</c:v>
                </c:pt>
                <c:pt idx="215">
                  <c:v>0.60500000000000032</c:v>
                </c:pt>
                <c:pt idx="216">
                  <c:v>0.60600000000000032</c:v>
                </c:pt>
                <c:pt idx="217">
                  <c:v>0.60700000000000032</c:v>
                </c:pt>
                <c:pt idx="218">
                  <c:v>0.60800000000000032</c:v>
                </c:pt>
                <c:pt idx="219">
                  <c:v>0.60900000000000032</c:v>
                </c:pt>
                <c:pt idx="220">
                  <c:v>0.61000000000000032</c:v>
                </c:pt>
                <c:pt idx="221">
                  <c:v>0.61100000000000032</c:v>
                </c:pt>
                <c:pt idx="222">
                  <c:v>0.61200000000000032</c:v>
                </c:pt>
                <c:pt idx="223">
                  <c:v>0.61300000000000032</c:v>
                </c:pt>
                <c:pt idx="224">
                  <c:v>0.61400000000000032</c:v>
                </c:pt>
                <c:pt idx="225">
                  <c:v>0.61500000000000032</c:v>
                </c:pt>
                <c:pt idx="226">
                  <c:v>0.61600000000000033</c:v>
                </c:pt>
                <c:pt idx="227">
                  <c:v>0.61700000000000033</c:v>
                </c:pt>
                <c:pt idx="228">
                  <c:v>0.61800000000000033</c:v>
                </c:pt>
                <c:pt idx="229">
                  <c:v>0.61900000000000033</c:v>
                </c:pt>
                <c:pt idx="230">
                  <c:v>0.62000000000000033</c:v>
                </c:pt>
                <c:pt idx="231">
                  <c:v>0.62100000000000033</c:v>
                </c:pt>
                <c:pt idx="232">
                  <c:v>0.62200000000000033</c:v>
                </c:pt>
                <c:pt idx="233">
                  <c:v>0.62300000000000033</c:v>
                </c:pt>
                <c:pt idx="234">
                  <c:v>0.62400000000000033</c:v>
                </c:pt>
                <c:pt idx="235">
                  <c:v>0.62500000000000033</c:v>
                </c:pt>
                <c:pt idx="236">
                  <c:v>0.62600000000000033</c:v>
                </c:pt>
                <c:pt idx="237">
                  <c:v>0.62700000000000033</c:v>
                </c:pt>
                <c:pt idx="238">
                  <c:v>0.62800000000000034</c:v>
                </c:pt>
                <c:pt idx="239">
                  <c:v>0.62900000000000034</c:v>
                </c:pt>
                <c:pt idx="240">
                  <c:v>0.63000000000000034</c:v>
                </c:pt>
                <c:pt idx="241">
                  <c:v>0.63100000000000034</c:v>
                </c:pt>
                <c:pt idx="242">
                  <c:v>0.63200000000000034</c:v>
                </c:pt>
                <c:pt idx="243">
                  <c:v>0.63300000000000034</c:v>
                </c:pt>
                <c:pt idx="244">
                  <c:v>0.63400000000000034</c:v>
                </c:pt>
                <c:pt idx="245">
                  <c:v>0.63500000000000034</c:v>
                </c:pt>
                <c:pt idx="246">
                  <c:v>0.63600000000000034</c:v>
                </c:pt>
                <c:pt idx="247">
                  <c:v>0.63700000000000034</c:v>
                </c:pt>
                <c:pt idx="248">
                  <c:v>0.63800000000000034</c:v>
                </c:pt>
                <c:pt idx="249">
                  <c:v>0.63900000000000035</c:v>
                </c:pt>
                <c:pt idx="250">
                  <c:v>0.64000000000000035</c:v>
                </c:pt>
                <c:pt idx="251">
                  <c:v>0.64100000000000035</c:v>
                </c:pt>
                <c:pt idx="252">
                  <c:v>0.64200000000000035</c:v>
                </c:pt>
                <c:pt idx="253">
                  <c:v>0.64300000000000035</c:v>
                </c:pt>
                <c:pt idx="254">
                  <c:v>0.64400000000000035</c:v>
                </c:pt>
                <c:pt idx="255">
                  <c:v>0.64500000000000035</c:v>
                </c:pt>
                <c:pt idx="256">
                  <c:v>0.64600000000000035</c:v>
                </c:pt>
                <c:pt idx="257">
                  <c:v>0.64700000000000035</c:v>
                </c:pt>
                <c:pt idx="258">
                  <c:v>0.64800000000000035</c:v>
                </c:pt>
                <c:pt idx="259">
                  <c:v>0.64900000000000035</c:v>
                </c:pt>
                <c:pt idx="260">
                  <c:v>0.65000000000000036</c:v>
                </c:pt>
                <c:pt idx="261">
                  <c:v>0.65100000000000036</c:v>
                </c:pt>
                <c:pt idx="262">
                  <c:v>0.65200000000000036</c:v>
                </c:pt>
                <c:pt idx="263">
                  <c:v>0.65300000000000036</c:v>
                </c:pt>
                <c:pt idx="264">
                  <c:v>0.65400000000000036</c:v>
                </c:pt>
                <c:pt idx="265">
                  <c:v>0.65500000000000036</c:v>
                </c:pt>
                <c:pt idx="266">
                  <c:v>0.65600000000000036</c:v>
                </c:pt>
                <c:pt idx="267">
                  <c:v>0.65700000000000036</c:v>
                </c:pt>
                <c:pt idx="268">
                  <c:v>0.65800000000000036</c:v>
                </c:pt>
                <c:pt idx="269">
                  <c:v>0.65900000000000036</c:v>
                </c:pt>
                <c:pt idx="270">
                  <c:v>0.66000000000000036</c:v>
                </c:pt>
                <c:pt idx="271">
                  <c:v>0.66100000000000037</c:v>
                </c:pt>
                <c:pt idx="272">
                  <c:v>0.66200000000000037</c:v>
                </c:pt>
                <c:pt idx="273">
                  <c:v>0.66300000000000037</c:v>
                </c:pt>
                <c:pt idx="274">
                  <c:v>0.66400000000000037</c:v>
                </c:pt>
                <c:pt idx="275">
                  <c:v>0.66500000000000037</c:v>
                </c:pt>
                <c:pt idx="276">
                  <c:v>0.66600000000000037</c:v>
                </c:pt>
                <c:pt idx="277">
                  <c:v>0.66700000000000037</c:v>
                </c:pt>
                <c:pt idx="278">
                  <c:v>0.66800000000000037</c:v>
                </c:pt>
                <c:pt idx="279">
                  <c:v>0.66900000000000037</c:v>
                </c:pt>
                <c:pt idx="280">
                  <c:v>0.67000000000000037</c:v>
                </c:pt>
                <c:pt idx="281">
                  <c:v>0.67100000000000037</c:v>
                </c:pt>
                <c:pt idx="282">
                  <c:v>0.67200000000000037</c:v>
                </c:pt>
                <c:pt idx="283">
                  <c:v>0.67300000000000038</c:v>
                </c:pt>
                <c:pt idx="284">
                  <c:v>0.67400000000000038</c:v>
                </c:pt>
                <c:pt idx="285">
                  <c:v>0.67500000000000038</c:v>
                </c:pt>
                <c:pt idx="286">
                  <c:v>0.67600000000000038</c:v>
                </c:pt>
                <c:pt idx="287">
                  <c:v>0.67700000000000038</c:v>
                </c:pt>
                <c:pt idx="288">
                  <c:v>0.67800000000000038</c:v>
                </c:pt>
                <c:pt idx="289">
                  <c:v>0.67900000000000038</c:v>
                </c:pt>
                <c:pt idx="290">
                  <c:v>0.68000000000000038</c:v>
                </c:pt>
                <c:pt idx="291">
                  <c:v>0.68100000000000038</c:v>
                </c:pt>
                <c:pt idx="292">
                  <c:v>0.68200000000000038</c:v>
                </c:pt>
                <c:pt idx="293">
                  <c:v>0.68300000000000038</c:v>
                </c:pt>
                <c:pt idx="294">
                  <c:v>0.68400000000000039</c:v>
                </c:pt>
                <c:pt idx="295">
                  <c:v>0.68500000000000039</c:v>
                </c:pt>
                <c:pt idx="296">
                  <c:v>0.68600000000000039</c:v>
                </c:pt>
                <c:pt idx="297">
                  <c:v>0.68700000000000039</c:v>
                </c:pt>
                <c:pt idx="298">
                  <c:v>0.68800000000000039</c:v>
                </c:pt>
                <c:pt idx="299">
                  <c:v>0.68900000000000039</c:v>
                </c:pt>
                <c:pt idx="300">
                  <c:v>0.69000000000000039</c:v>
                </c:pt>
                <c:pt idx="301">
                  <c:v>0.69100000000000039</c:v>
                </c:pt>
                <c:pt idx="302">
                  <c:v>0.69200000000000039</c:v>
                </c:pt>
                <c:pt idx="303">
                  <c:v>0.69300000000000039</c:v>
                </c:pt>
                <c:pt idx="304">
                  <c:v>0.69400000000000039</c:v>
                </c:pt>
                <c:pt idx="305">
                  <c:v>0.6950000000000004</c:v>
                </c:pt>
                <c:pt idx="306">
                  <c:v>0.6960000000000004</c:v>
                </c:pt>
                <c:pt idx="307">
                  <c:v>0.6970000000000004</c:v>
                </c:pt>
                <c:pt idx="308">
                  <c:v>0.6980000000000004</c:v>
                </c:pt>
                <c:pt idx="309">
                  <c:v>0.6990000000000004</c:v>
                </c:pt>
                <c:pt idx="310">
                  <c:v>0.7000000000000004</c:v>
                </c:pt>
                <c:pt idx="311">
                  <c:v>0.7010000000000004</c:v>
                </c:pt>
                <c:pt idx="312">
                  <c:v>0.7020000000000004</c:v>
                </c:pt>
                <c:pt idx="313">
                  <c:v>0.7030000000000004</c:v>
                </c:pt>
                <c:pt idx="314">
                  <c:v>0.7040000000000004</c:v>
                </c:pt>
                <c:pt idx="315">
                  <c:v>0.7050000000000004</c:v>
                </c:pt>
                <c:pt idx="316">
                  <c:v>0.70600000000000041</c:v>
                </c:pt>
                <c:pt idx="317">
                  <c:v>0.70700000000000041</c:v>
                </c:pt>
                <c:pt idx="318">
                  <c:v>0.70800000000000041</c:v>
                </c:pt>
                <c:pt idx="319">
                  <c:v>0.70900000000000041</c:v>
                </c:pt>
                <c:pt idx="320">
                  <c:v>0.71000000000000041</c:v>
                </c:pt>
                <c:pt idx="321">
                  <c:v>0.71100000000000041</c:v>
                </c:pt>
                <c:pt idx="322">
                  <c:v>0.71200000000000041</c:v>
                </c:pt>
                <c:pt idx="323">
                  <c:v>0.71300000000000041</c:v>
                </c:pt>
                <c:pt idx="324">
                  <c:v>0.71400000000000041</c:v>
                </c:pt>
                <c:pt idx="325">
                  <c:v>0.71500000000000041</c:v>
                </c:pt>
                <c:pt idx="326">
                  <c:v>0.71600000000000041</c:v>
                </c:pt>
                <c:pt idx="327">
                  <c:v>0.71700000000000041</c:v>
                </c:pt>
                <c:pt idx="328">
                  <c:v>0.71800000000000042</c:v>
                </c:pt>
                <c:pt idx="329">
                  <c:v>0.71900000000000042</c:v>
                </c:pt>
                <c:pt idx="330">
                  <c:v>0.72000000000000042</c:v>
                </c:pt>
                <c:pt idx="331">
                  <c:v>0.72100000000000042</c:v>
                </c:pt>
                <c:pt idx="332">
                  <c:v>0.72200000000000042</c:v>
                </c:pt>
                <c:pt idx="333">
                  <c:v>0.72300000000000042</c:v>
                </c:pt>
                <c:pt idx="334">
                  <c:v>0.72400000000000042</c:v>
                </c:pt>
                <c:pt idx="335">
                  <c:v>0.72500000000000042</c:v>
                </c:pt>
                <c:pt idx="336">
                  <c:v>0.72600000000000042</c:v>
                </c:pt>
                <c:pt idx="337">
                  <c:v>0.72700000000000042</c:v>
                </c:pt>
                <c:pt idx="338">
                  <c:v>0.72800000000000042</c:v>
                </c:pt>
                <c:pt idx="339">
                  <c:v>0.72900000000000043</c:v>
                </c:pt>
                <c:pt idx="340">
                  <c:v>0.73000000000000043</c:v>
                </c:pt>
                <c:pt idx="341">
                  <c:v>0.73100000000000043</c:v>
                </c:pt>
                <c:pt idx="342">
                  <c:v>0.73200000000000043</c:v>
                </c:pt>
                <c:pt idx="343">
                  <c:v>0.73300000000000043</c:v>
                </c:pt>
                <c:pt idx="344">
                  <c:v>0.73400000000000043</c:v>
                </c:pt>
                <c:pt idx="345">
                  <c:v>0.73500000000000043</c:v>
                </c:pt>
                <c:pt idx="346">
                  <c:v>0.73600000000000043</c:v>
                </c:pt>
                <c:pt idx="347">
                  <c:v>0.73700000000000043</c:v>
                </c:pt>
                <c:pt idx="348">
                  <c:v>0.73800000000000043</c:v>
                </c:pt>
                <c:pt idx="349">
                  <c:v>0.73900000000000043</c:v>
                </c:pt>
                <c:pt idx="350">
                  <c:v>0.74000000000000044</c:v>
                </c:pt>
                <c:pt idx="351">
                  <c:v>0.74100000000000044</c:v>
                </c:pt>
                <c:pt idx="352">
                  <c:v>0.74200000000000044</c:v>
                </c:pt>
                <c:pt idx="353">
                  <c:v>0.74300000000000044</c:v>
                </c:pt>
                <c:pt idx="354">
                  <c:v>0.74400000000000044</c:v>
                </c:pt>
                <c:pt idx="355">
                  <c:v>0.74500000000000044</c:v>
                </c:pt>
                <c:pt idx="356">
                  <c:v>0.74600000000000044</c:v>
                </c:pt>
                <c:pt idx="357">
                  <c:v>0.74700000000000044</c:v>
                </c:pt>
                <c:pt idx="358">
                  <c:v>0.74800000000000044</c:v>
                </c:pt>
                <c:pt idx="359">
                  <c:v>0.74900000000000044</c:v>
                </c:pt>
                <c:pt idx="360">
                  <c:v>0.75000000000000044</c:v>
                </c:pt>
                <c:pt idx="361">
                  <c:v>0.75100000000000044</c:v>
                </c:pt>
                <c:pt idx="362">
                  <c:v>0.75200000000000045</c:v>
                </c:pt>
                <c:pt idx="363">
                  <c:v>0.75300000000000045</c:v>
                </c:pt>
                <c:pt idx="364">
                  <c:v>0.75400000000000045</c:v>
                </c:pt>
                <c:pt idx="365">
                  <c:v>0.75500000000000045</c:v>
                </c:pt>
                <c:pt idx="366">
                  <c:v>0.75600000000000045</c:v>
                </c:pt>
                <c:pt idx="367">
                  <c:v>0.75700000000000045</c:v>
                </c:pt>
                <c:pt idx="368">
                  <c:v>0.75800000000000045</c:v>
                </c:pt>
                <c:pt idx="369">
                  <c:v>0.75900000000000045</c:v>
                </c:pt>
                <c:pt idx="370">
                  <c:v>0.76000000000000045</c:v>
                </c:pt>
                <c:pt idx="371">
                  <c:v>0.76100000000000045</c:v>
                </c:pt>
                <c:pt idx="372">
                  <c:v>0.76200000000000045</c:v>
                </c:pt>
                <c:pt idx="373">
                  <c:v>0.76300000000000046</c:v>
                </c:pt>
                <c:pt idx="374">
                  <c:v>0.76400000000000046</c:v>
                </c:pt>
                <c:pt idx="375">
                  <c:v>0.76500000000000046</c:v>
                </c:pt>
                <c:pt idx="376">
                  <c:v>0.76600000000000046</c:v>
                </c:pt>
                <c:pt idx="377">
                  <c:v>0.76700000000000046</c:v>
                </c:pt>
                <c:pt idx="378">
                  <c:v>0.76800000000000046</c:v>
                </c:pt>
                <c:pt idx="379">
                  <c:v>0.76900000000000046</c:v>
                </c:pt>
                <c:pt idx="380">
                  <c:v>0.77000000000000046</c:v>
                </c:pt>
                <c:pt idx="381">
                  <c:v>0.77100000000000046</c:v>
                </c:pt>
                <c:pt idx="382">
                  <c:v>0.77200000000000046</c:v>
                </c:pt>
                <c:pt idx="383">
                  <c:v>0.77300000000000046</c:v>
                </c:pt>
                <c:pt idx="384">
                  <c:v>0.77400000000000047</c:v>
                </c:pt>
                <c:pt idx="385">
                  <c:v>0.77500000000000047</c:v>
                </c:pt>
                <c:pt idx="386">
                  <c:v>0.77600000000000047</c:v>
                </c:pt>
                <c:pt idx="387">
                  <c:v>0.77700000000000047</c:v>
                </c:pt>
                <c:pt idx="388">
                  <c:v>0.77800000000000047</c:v>
                </c:pt>
                <c:pt idx="389">
                  <c:v>0.77900000000000047</c:v>
                </c:pt>
                <c:pt idx="390">
                  <c:v>0.78000000000000047</c:v>
                </c:pt>
                <c:pt idx="391">
                  <c:v>0.78100000000000047</c:v>
                </c:pt>
                <c:pt idx="392">
                  <c:v>0.78200000000000047</c:v>
                </c:pt>
                <c:pt idx="393">
                  <c:v>0.78300000000000047</c:v>
                </c:pt>
                <c:pt idx="394">
                  <c:v>0.78400000000000047</c:v>
                </c:pt>
                <c:pt idx="395">
                  <c:v>0.78500000000000048</c:v>
                </c:pt>
                <c:pt idx="396">
                  <c:v>0.78600000000000048</c:v>
                </c:pt>
                <c:pt idx="397">
                  <c:v>0.78700000000000048</c:v>
                </c:pt>
                <c:pt idx="398">
                  <c:v>0.78800000000000048</c:v>
                </c:pt>
                <c:pt idx="399">
                  <c:v>0.78900000000000048</c:v>
                </c:pt>
                <c:pt idx="400">
                  <c:v>0.79000000000000048</c:v>
                </c:pt>
                <c:pt idx="401">
                  <c:v>0.79100000000000048</c:v>
                </c:pt>
                <c:pt idx="402">
                  <c:v>0.79200000000000048</c:v>
                </c:pt>
                <c:pt idx="403">
                  <c:v>0.79300000000000048</c:v>
                </c:pt>
                <c:pt idx="404">
                  <c:v>0.79400000000000048</c:v>
                </c:pt>
                <c:pt idx="405">
                  <c:v>0.79500000000000048</c:v>
                </c:pt>
                <c:pt idx="406">
                  <c:v>0.79600000000000048</c:v>
                </c:pt>
                <c:pt idx="407">
                  <c:v>0.79700000000000049</c:v>
                </c:pt>
                <c:pt idx="408">
                  <c:v>0.79800000000000049</c:v>
                </c:pt>
                <c:pt idx="409">
                  <c:v>0.79900000000000049</c:v>
                </c:pt>
                <c:pt idx="410">
                  <c:v>0.80000000000000049</c:v>
                </c:pt>
                <c:pt idx="411">
                  <c:v>0.80100000000000049</c:v>
                </c:pt>
                <c:pt idx="412">
                  <c:v>0.80200000000000049</c:v>
                </c:pt>
                <c:pt idx="413">
                  <c:v>0.80300000000000049</c:v>
                </c:pt>
                <c:pt idx="414">
                  <c:v>0.80400000000000049</c:v>
                </c:pt>
                <c:pt idx="415">
                  <c:v>0.80500000000000049</c:v>
                </c:pt>
                <c:pt idx="416">
                  <c:v>0.80600000000000049</c:v>
                </c:pt>
                <c:pt idx="417">
                  <c:v>0.80700000000000049</c:v>
                </c:pt>
                <c:pt idx="418">
                  <c:v>0.8080000000000005</c:v>
                </c:pt>
                <c:pt idx="419">
                  <c:v>0.8090000000000005</c:v>
                </c:pt>
                <c:pt idx="420">
                  <c:v>0.8100000000000005</c:v>
                </c:pt>
                <c:pt idx="421">
                  <c:v>0.8110000000000005</c:v>
                </c:pt>
                <c:pt idx="422">
                  <c:v>0.8120000000000005</c:v>
                </c:pt>
                <c:pt idx="423">
                  <c:v>0.8130000000000005</c:v>
                </c:pt>
                <c:pt idx="424">
                  <c:v>0.8140000000000005</c:v>
                </c:pt>
                <c:pt idx="425">
                  <c:v>0.8150000000000005</c:v>
                </c:pt>
                <c:pt idx="426">
                  <c:v>0.8160000000000005</c:v>
                </c:pt>
                <c:pt idx="427">
                  <c:v>0.8170000000000005</c:v>
                </c:pt>
                <c:pt idx="428">
                  <c:v>0.8180000000000005</c:v>
                </c:pt>
                <c:pt idx="429">
                  <c:v>0.81900000000000051</c:v>
                </c:pt>
                <c:pt idx="430">
                  <c:v>0.82000000000000051</c:v>
                </c:pt>
                <c:pt idx="431">
                  <c:v>0.82100000000000051</c:v>
                </c:pt>
                <c:pt idx="432">
                  <c:v>0.82200000000000051</c:v>
                </c:pt>
                <c:pt idx="433">
                  <c:v>0.82300000000000051</c:v>
                </c:pt>
                <c:pt idx="434">
                  <c:v>0.82400000000000051</c:v>
                </c:pt>
                <c:pt idx="435">
                  <c:v>0.82500000000000051</c:v>
                </c:pt>
                <c:pt idx="436">
                  <c:v>0.82600000000000051</c:v>
                </c:pt>
                <c:pt idx="437">
                  <c:v>0.82700000000000051</c:v>
                </c:pt>
                <c:pt idx="438">
                  <c:v>0.82800000000000051</c:v>
                </c:pt>
                <c:pt idx="439">
                  <c:v>0.82900000000000051</c:v>
                </c:pt>
                <c:pt idx="440">
                  <c:v>0.83000000000000052</c:v>
                </c:pt>
                <c:pt idx="441">
                  <c:v>0.83100000000000052</c:v>
                </c:pt>
                <c:pt idx="442">
                  <c:v>0.83200000000000052</c:v>
                </c:pt>
                <c:pt idx="443">
                  <c:v>0.83300000000000052</c:v>
                </c:pt>
                <c:pt idx="444">
                  <c:v>0.83400000000000052</c:v>
                </c:pt>
                <c:pt idx="445">
                  <c:v>0.83500000000000052</c:v>
                </c:pt>
                <c:pt idx="446">
                  <c:v>0.83600000000000052</c:v>
                </c:pt>
                <c:pt idx="447">
                  <c:v>0.83700000000000052</c:v>
                </c:pt>
                <c:pt idx="448">
                  <c:v>0.83800000000000052</c:v>
                </c:pt>
                <c:pt idx="449">
                  <c:v>0.83900000000000052</c:v>
                </c:pt>
                <c:pt idx="450">
                  <c:v>0.84000000000000052</c:v>
                </c:pt>
                <c:pt idx="451">
                  <c:v>0.84100000000000052</c:v>
                </c:pt>
                <c:pt idx="452">
                  <c:v>0.84200000000000053</c:v>
                </c:pt>
                <c:pt idx="453">
                  <c:v>0.84300000000000053</c:v>
                </c:pt>
                <c:pt idx="454">
                  <c:v>0.84400000000000053</c:v>
                </c:pt>
                <c:pt idx="455">
                  <c:v>0.84500000000000053</c:v>
                </c:pt>
                <c:pt idx="456">
                  <c:v>0.84600000000000053</c:v>
                </c:pt>
                <c:pt idx="457">
                  <c:v>0.84700000000000053</c:v>
                </c:pt>
                <c:pt idx="458">
                  <c:v>0.84800000000000053</c:v>
                </c:pt>
                <c:pt idx="459">
                  <c:v>0.84900000000000053</c:v>
                </c:pt>
                <c:pt idx="460">
                  <c:v>0.85000000000000053</c:v>
                </c:pt>
                <c:pt idx="461">
                  <c:v>0.85100000000000053</c:v>
                </c:pt>
                <c:pt idx="462">
                  <c:v>0.85200000000000053</c:v>
                </c:pt>
                <c:pt idx="463">
                  <c:v>0.85300000000000054</c:v>
                </c:pt>
                <c:pt idx="464">
                  <c:v>0.85400000000000054</c:v>
                </c:pt>
                <c:pt idx="465">
                  <c:v>0.85500000000000054</c:v>
                </c:pt>
                <c:pt idx="466">
                  <c:v>0.85600000000000054</c:v>
                </c:pt>
                <c:pt idx="467">
                  <c:v>0.85700000000000054</c:v>
                </c:pt>
                <c:pt idx="468">
                  <c:v>0.85800000000000054</c:v>
                </c:pt>
                <c:pt idx="469">
                  <c:v>0.85900000000000054</c:v>
                </c:pt>
                <c:pt idx="470">
                  <c:v>0.86000000000000054</c:v>
                </c:pt>
                <c:pt idx="471">
                  <c:v>0.86100000000000054</c:v>
                </c:pt>
                <c:pt idx="472">
                  <c:v>0.86200000000000054</c:v>
                </c:pt>
                <c:pt idx="473">
                  <c:v>0.86300000000000054</c:v>
                </c:pt>
                <c:pt idx="474">
                  <c:v>0.86400000000000055</c:v>
                </c:pt>
                <c:pt idx="475">
                  <c:v>0.86500000000000055</c:v>
                </c:pt>
                <c:pt idx="476">
                  <c:v>0.86600000000000055</c:v>
                </c:pt>
                <c:pt idx="477">
                  <c:v>0.86700000000000055</c:v>
                </c:pt>
                <c:pt idx="478">
                  <c:v>0.86800000000000055</c:v>
                </c:pt>
                <c:pt idx="479">
                  <c:v>0.86900000000000055</c:v>
                </c:pt>
                <c:pt idx="480">
                  <c:v>0.87000000000000055</c:v>
                </c:pt>
                <c:pt idx="481">
                  <c:v>0.87100000000000055</c:v>
                </c:pt>
                <c:pt idx="482">
                  <c:v>0.87200000000000055</c:v>
                </c:pt>
                <c:pt idx="483">
                  <c:v>0.87300000000000055</c:v>
                </c:pt>
                <c:pt idx="484">
                  <c:v>0.87400000000000055</c:v>
                </c:pt>
                <c:pt idx="485">
                  <c:v>0.87500000000000056</c:v>
                </c:pt>
                <c:pt idx="486">
                  <c:v>0.87600000000000056</c:v>
                </c:pt>
                <c:pt idx="487">
                  <c:v>0.87700000000000056</c:v>
                </c:pt>
                <c:pt idx="488">
                  <c:v>0.87800000000000056</c:v>
                </c:pt>
                <c:pt idx="489">
                  <c:v>0.87900000000000056</c:v>
                </c:pt>
                <c:pt idx="490">
                  <c:v>0.88000000000000056</c:v>
                </c:pt>
                <c:pt idx="491">
                  <c:v>0.88100000000000056</c:v>
                </c:pt>
                <c:pt idx="492">
                  <c:v>0.88200000000000056</c:v>
                </c:pt>
                <c:pt idx="493">
                  <c:v>0.88300000000000056</c:v>
                </c:pt>
                <c:pt idx="494">
                  <c:v>0.88400000000000056</c:v>
                </c:pt>
                <c:pt idx="495">
                  <c:v>0.88500000000000056</c:v>
                </c:pt>
                <c:pt idx="496">
                  <c:v>0.88600000000000056</c:v>
                </c:pt>
                <c:pt idx="497">
                  <c:v>0.88700000000000057</c:v>
                </c:pt>
                <c:pt idx="498">
                  <c:v>0.88800000000000057</c:v>
                </c:pt>
                <c:pt idx="499">
                  <c:v>0.88900000000000057</c:v>
                </c:pt>
                <c:pt idx="500">
                  <c:v>0.89000000000000057</c:v>
                </c:pt>
                <c:pt idx="501">
                  <c:v>0.89100000000000057</c:v>
                </c:pt>
                <c:pt idx="502">
                  <c:v>0.89200000000000057</c:v>
                </c:pt>
                <c:pt idx="503">
                  <c:v>0.89300000000000057</c:v>
                </c:pt>
                <c:pt idx="504">
                  <c:v>0.89400000000000057</c:v>
                </c:pt>
                <c:pt idx="505">
                  <c:v>0.89500000000000057</c:v>
                </c:pt>
                <c:pt idx="506">
                  <c:v>0.89600000000000057</c:v>
                </c:pt>
                <c:pt idx="507">
                  <c:v>0.89700000000000057</c:v>
                </c:pt>
                <c:pt idx="508">
                  <c:v>0.89800000000000058</c:v>
                </c:pt>
                <c:pt idx="509">
                  <c:v>0.89900000000000058</c:v>
                </c:pt>
                <c:pt idx="510">
                  <c:v>0.90000000000000058</c:v>
                </c:pt>
                <c:pt idx="511">
                  <c:v>0.90100000000000058</c:v>
                </c:pt>
                <c:pt idx="512">
                  <c:v>0.90200000000000058</c:v>
                </c:pt>
                <c:pt idx="513">
                  <c:v>0.90300000000000058</c:v>
                </c:pt>
                <c:pt idx="514">
                  <c:v>0.90400000000000058</c:v>
                </c:pt>
                <c:pt idx="515">
                  <c:v>0.90500000000000058</c:v>
                </c:pt>
                <c:pt idx="516">
                  <c:v>0.90600000000000058</c:v>
                </c:pt>
                <c:pt idx="517">
                  <c:v>0.90700000000000058</c:v>
                </c:pt>
                <c:pt idx="518">
                  <c:v>0.90800000000000058</c:v>
                </c:pt>
                <c:pt idx="519">
                  <c:v>0.90900000000000059</c:v>
                </c:pt>
                <c:pt idx="520">
                  <c:v>0.91000000000000059</c:v>
                </c:pt>
                <c:pt idx="521">
                  <c:v>0.91100000000000059</c:v>
                </c:pt>
                <c:pt idx="522">
                  <c:v>0.91200000000000059</c:v>
                </c:pt>
                <c:pt idx="523">
                  <c:v>0.91300000000000059</c:v>
                </c:pt>
                <c:pt idx="524">
                  <c:v>0.91400000000000059</c:v>
                </c:pt>
                <c:pt idx="525">
                  <c:v>0.91500000000000059</c:v>
                </c:pt>
                <c:pt idx="526">
                  <c:v>0.91600000000000059</c:v>
                </c:pt>
                <c:pt idx="527">
                  <c:v>0.91700000000000059</c:v>
                </c:pt>
                <c:pt idx="528">
                  <c:v>0.91800000000000059</c:v>
                </c:pt>
                <c:pt idx="529">
                  <c:v>0.91900000000000059</c:v>
                </c:pt>
                <c:pt idx="530">
                  <c:v>0.9200000000000006</c:v>
                </c:pt>
                <c:pt idx="531">
                  <c:v>0.9210000000000006</c:v>
                </c:pt>
                <c:pt idx="532">
                  <c:v>0.9220000000000006</c:v>
                </c:pt>
                <c:pt idx="533">
                  <c:v>0.9230000000000006</c:v>
                </c:pt>
                <c:pt idx="534">
                  <c:v>0.9240000000000006</c:v>
                </c:pt>
                <c:pt idx="535">
                  <c:v>0.9250000000000006</c:v>
                </c:pt>
                <c:pt idx="536">
                  <c:v>0.9260000000000006</c:v>
                </c:pt>
                <c:pt idx="537">
                  <c:v>0.9270000000000006</c:v>
                </c:pt>
                <c:pt idx="538">
                  <c:v>0.9280000000000006</c:v>
                </c:pt>
                <c:pt idx="539">
                  <c:v>0.9290000000000006</c:v>
                </c:pt>
                <c:pt idx="540">
                  <c:v>0.9300000000000006</c:v>
                </c:pt>
                <c:pt idx="541">
                  <c:v>0.9310000000000006</c:v>
                </c:pt>
                <c:pt idx="542">
                  <c:v>0.93200000000000061</c:v>
                </c:pt>
                <c:pt idx="543">
                  <c:v>0.93300000000000061</c:v>
                </c:pt>
                <c:pt idx="544">
                  <c:v>0.93400000000000061</c:v>
                </c:pt>
                <c:pt idx="545">
                  <c:v>0.93500000000000061</c:v>
                </c:pt>
                <c:pt idx="546">
                  <c:v>0.93600000000000061</c:v>
                </c:pt>
                <c:pt idx="547">
                  <c:v>0.93700000000000061</c:v>
                </c:pt>
                <c:pt idx="548">
                  <c:v>0.93800000000000061</c:v>
                </c:pt>
                <c:pt idx="549">
                  <c:v>0.93900000000000061</c:v>
                </c:pt>
                <c:pt idx="550">
                  <c:v>0.94000000000000061</c:v>
                </c:pt>
                <c:pt idx="551">
                  <c:v>0.94100000000000061</c:v>
                </c:pt>
                <c:pt idx="552">
                  <c:v>0.94200000000000061</c:v>
                </c:pt>
                <c:pt idx="553">
                  <c:v>0.94300000000000062</c:v>
                </c:pt>
                <c:pt idx="554">
                  <c:v>0.94400000000000062</c:v>
                </c:pt>
                <c:pt idx="555">
                  <c:v>0.94500000000000062</c:v>
                </c:pt>
                <c:pt idx="556">
                  <c:v>0.94600000000000062</c:v>
                </c:pt>
                <c:pt idx="557">
                  <c:v>0.94700000000000062</c:v>
                </c:pt>
                <c:pt idx="558">
                  <c:v>0.94800000000000062</c:v>
                </c:pt>
                <c:pt idx="559">
                  <c:v>0.94900000000000062</c:v>
                </c:pt>
                <c:pt idx="560">
                  <c:v>0.95000000000000062</c:v>
                </c:pt>
                <c:pt idx="561">
                  <c:v>0.95100000000000062</c:v>
                </c:pt>
                <c:pt idx="562">
                  <c:v>0.95200000000000062</c:v>
                </c:pt>
                <c:pt idx="563">
                  <c:v>0.95300000000000062</c:v>
                </c:pt>
                <c:pt idx="564">
                  <c:v>0.95400000000000063</c:v>
                </c:pt>
                <c:pt idx="565">
                  <c:v>0.95500000000000063</c:v>
                </c:pt>
                <c:pt idx="566">
                  <c:v>0.95600000000000063</c:v>
                </c:pt>
                <c:pt idx="567">
                  <c:v>0.95700000000000063</c:v>
                </c:pt>
                <c:pt idx="568">
                  <c:v>0.95800000000000063</c:v>
                </c:pt>
                <c:pt idx="569">
                  <c:v>0.95900000000000063</c:v>
                </c:pt>
                <c:pt idx="570">
                  <c:v>0.96000000000000063</c:v>
                </c:pt>
                <c:pt idx="571">
                  <c:v>0.96100000000000063</c:v>
                </c:pt>
                <c:pt idx="572">
                  <c:v>0.96200000000000063</c:v>
                </c:pt>
                <c:pt idx="573">
                  <c:v>0.96300000000000063</c:v>
                </c:pt>
                <c:pt idx="574">
                  <c:v>0.96400000000000063</c:v>
                </c:pt>
                <c:pt idx="575">
                  <c:v>0.96500000000000064</c:v>
                </c:pt>
                <c:pt idx="576">
                  <c:v>0.96600000000000064</c:v>
                </c:pt>
                <c:pt idx="577">
                  <c:v>0.96700000000000064</c:v>
                </c:pt>
                <c:pt idx="578">
                  <c:v>0.96800000000000064</c:v>
                </c:pt>
                <c:pt idx="579">
                  <c:v>0.96900000000000064</c:v>
                </c:pt>
                <c:pt idx="580">
                  <c:v>0.97000000000000064</c:v>
                </c:pt>
                <c:pt idx="581">
                  <c:v>0.97100000000000064</c:v>
                </c:pt>
                <c:pt idx="582">
                  <c:v>0.97200000000000064</c:v>
                </c:pt>
                <c:pt idx="583">
                  <c:v>0.97300000000000064</c:v>
                </c:pt>
                <c:pt idx="584">
                  <c:v>0.97400000000000064</c:v>
                </c:pt>
                <c:pt idx="585">
                  <c:v>0.97500000000000064</c:v>
                </c:pt>
                <c:pt idx="586">
                  <c:v>0.97600000000000064</c:v>
                </c:pt>
                <c:pt idx="587">
                  <c:v>0.97700000000000065</c:v>
                </c:pt>
                <c:pt idx="588">
                  <c:v>0.97800000000000065</c:v>
                </c:pt>
                <c:pt idx="589">
                  <c:v>0.97900000000000065</c:v>
                </c:pt>
                <c:pt idx="590">
                  <c:v>0.98000000000000065</c:v>
                </c:pt>
                <c:pt idx="591">
                  <c:v>0.98100000000000065</c:v>
                </c:pt>
                <c:pt idx="592">
                  <c:v>0.98200000000000065</c:v>
                </c:pt>
                <c:pt idx="593">
                  <c:v>0.98300000000000065</c:v>
                </c:pt>
                <c:pt idx="594">
                  <c:v>0.98400000000000065</c:v>
                </c:pt>
                <c:pt idx="595">
                  <c:v>0.98500000000000065</c:v>
                </c:pt>
                <c:pt idx="596">
                  <c:v>0.98600000000000065</c:v>
                </c:pt>
                <c:pt idx="597">
                  <c:v>0.98700000000000065</c:v>
                </c:pt>
                <c:pt idx="598">
                  <c:v>0.98800000000000066</c:v>
                </c:pt>
                <c:pt idx="599">
                  <c:v>0.98900000000000066</c:v>
                </c:pt>
                <c:pt idx="600">
                  <c:v>0.99000000000000066</c:v>
                </c:pt>
                <c:pt idx="601">
                  <c:v>0.99100000000000066</c:v>
                </c:pt>
                <c:pt idx="602">
                  <c:v>0.99200000000000066</c:v>
                </c:pt>
                <c:pt idx="603">
                  <c:v>0.99300000000000066</c:v>
                </c:pt>
                <c:pt idx="604">
                  <c:v>0.99400000000000066</c:v>
                </c:pt>
                <c:pt idx="605">
                  <c:v>0.99500000000000066</c:v>
                </c:pt>
                <c:pt idx="606">
                  <c:v>0.99600000000000066</c:v>
                </c:pt>
                <c:pt idx="607">
                  <c:v>0.99700000000000066</c:v>
                </c:pt>
                <c:pt idx="608">
                  <c:v>0.99800000000000066</c:v>
                </c:pt>
                <c:pt idx="609">
                  <c:v>0.99900000000000067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A6-4E1A-91A3-E19DF1FB12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40595728"/>
        <c:axId val="540597648"/>
      </c:lineChart>
      <c:catAx>
        <c:axId val="540595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Value</a:t>
                </a:r>
              </a:p>
            </c:rich>
          </c:tx>
          <c:layout>
            <c:manualLayout>
              <c:xMode val="edge"/>
              <c:yMode val="edge"/>
              <c:x val="0.53183432234014216"/>
              <c:y val="0.937632012683337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540597648"/>
        <c:crosses val="autoZero"/>
        <c:auto val="1"/>
        <c:lblAlgn val="ctr"/>
        <c:lblOffset val="100"/>
        <c:tickLblSkip val="50"/>
        <c:noMultiLvlLbl val="0"/>
      </c:catAx>
      <c:valAx>
        <c:axId val="54059764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Probability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540595728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CDF (1000 samples</a:t>
            </a:r>
            <a:r>
              <a:rPr lang="en-US" sz="2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space=0-610)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CDF!$A$2:$A$611</c:f>
              <c:numCache>
                <c:formatCode>General</c:formatCode>
                <c:ptCount val="6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  <c:pt idx="600">
                  <c:v>600</c:v>
                </c:pt>
                <c:pt idx="601">
                  <c:v>601</c:v>
                </c:pt>
                <c:pt idx="602">
                  <c:v>602</c:v>
                </c:pt>
                <c:pt idx="603">
                  <c:v>603</c:v>
                </c:pt>
                <c:pt idx="604">
                  <c:v>604</c:v>
                </c:pt>
                <c:pt idx="605">
                  <c:v>605</c:v>
                </c:pt>
                <c:pt idx="606">
                  <c:v>606</c:v>
                </c:pt>
                <c:pt idx="607">
                  <c:v>607</c:v>
                </c:pt>
                <c:pt idx="608">
                  <c:v>608</c:v>
                </c:pt>
                <c:pt idx="609">
                  <c:v>609</c:v>
                </c:pt>
              </c:numCache>
            </c:numRef>
          </c:cat>
          <c:val>
            <c:numRef>
              <c:f>CDF!$D$1:$D$610</c:f>
              <c:numCache>
                <c:formatCode>General</c:formatCode>
                <c:ptCount val="610"/>
                <c:pt idx="0">
                  <c:v>0</c:v>
                </c:pt>
                <c:pt idx="1">
                  <c:v>1E-3</c:v>
                </c:pt>
                <c:pt idx="2">
                  <c:v>3.0000000000000002E-2</c:v>
                </c:pt>
                <c:pt idx="3">
                  <c:v>3.1000000000000003E-2</c:v>
                </c:pt>
                <c:pt idx="4">
                  <c:v>6.0000000000000005E-2</c:v>
                </c:pt>
                <c:pt idx="5">
                  <c:v>6.1000000000000006E-2</c:v>
                </c:pt>
                <c:pt idx="6">
                  <c:v>9.0000000000000011E-2</c:v>
                </c:pt>
                <c:pt idx="7">
                  <c:v>9.1000000000000011E-2</c:v>
                </c:pt>
                <c:pt idx="8">
                  <c:v>0.12000000000000001</c:v>
                </c:pt>
                <c:pt idx="9">
                  <c:v>0.12100000000000001</c:v>
                </c:pt>
                <c:pt idx="10">
                  <c:v>0.15000000000000002</c:v>
                </c:pt>
                <c:pt idx="11">
                  <c:v>0.15100000000000002</c:v>
                </c:pt>
                <c:pt idx="12">
                  <c:v>0.18000000000000002</c:v>
                </c:pt>
                <c:pt idx="13">
                  <c:v>0.18100000000000002</c:v>
                </c:pt>
                <c:pt idx="14">
                  <c:v>0.21000000000000002</c:v>
                </c:pt>
                <c:pt idx="15">
                  <c:v>0.21100000000000002</c:v>
                </c:pt>
                <c:pt idx="16">
                  <c:v>0.24000000000000002</c:v>
                </c:pt>
                <c:pt idx="17">
                  <c:v>0.24100000000000002</c:v>
                </c:pt>
                <c:pt idx="18">
                  <c:v>0.27</c:v>
                </c:pt>
                <c:pt idx="19">
                  <c:v>0.27100000000000002</c:v>
                </c:pt>
                <c:pt idx="20">
                  <c:v>0.30000000000000004</c:v>
                </c:pt>
                <c:pt idx="21">
                  <c:v>0.30100000000000005</c:v>
                </c:pt>
                <c:pt idx="22">
                  <c:v>0.30200000000000005</c:v>
                </c:pt>
                <c:pt idx="23">
                  <c:v>0.30300000000000005</c:v>
                </c:pt>
                <c:pt idx="24">
                  <c:v>0.30400000000000005</c:v>
                </c:pt>
                <c:pt idx="25">
                  <c:v>0.30500000000000005</c:v>
                </c:pt>
                <c:pt idx="26">
                  <c:v>0.30600000000000005</c:v>
                </c:pt>
                <c:pt idx="27">
                  <c:v>0.30700000000000005</c:v>
                </c:pt>
                <c:pt idx="28">
                  <c:v>0.30800000000000005</c:v>
                </c:pt>
                <c:pt idx="29">
                  <c:v>0.30900000000000005</c:v>
                </c:pt>
                <c:pt idx="30">
                  <c:v>0.31000000000000005</c:v>
                </c:pt>
                <c:pt idx="31">
                  <c:v>0.31100000000000005</c:v>
                </c:pt>
                <c:pt idx="32">
                  <c:v>0.31200000000000006</c:v>
                </c:pt>
                <c:pt idx="33">
                  <c:v>0.31300000000000006</c:v>
                </c:pt>
                <c:pt idx="34">
                  <c:v>0.31400000000000006</c:v>
                </c:pt>
                <c:pt idx="35">
                  <c:v>0.31500000000000006</c:v>
                </c:pt>
                <c:pt idx="36">
                  <c:v>0.31600000000000006</c:v>
                </c:pt>
                <c:pt idx="37">
                  <c:v>0.31700000000000006</c:v>
                </c:pt>
                <c:pt idx="38">
                  <c:v>0.31800000000000006</c:v>
                </c:pt>
                <c:pt idx="39">
                  <c:v>0.31900000000000006</c:v>
                </c:pt>
                <c:pt idx="40">
                  <c:v>0.32000000000000006</c:v>
                </c:pt>
                <c:pt idx="41">
                  <c:v>0.32100000000000006</c:v>
                </c:pt>
                <c:pt idx="42">
                  <c:v>0.32200000000000006</c:v>
                </c:pt>
                <c:pt idx="43">
                  <c:v>0.32300000000000006</c:v>
                </c:pt>
                <c:pt idx="44">
                  <c:v>0.32400000000000007</c:v>
                </c:pt>
                <c:pt idx="45">
                  <c:v>0.32500000000000007</c:v>
                </c:pt>
                <c:pt idx="46">
                  <c:v>0.32600000000000007</c:v>
                </c:pt>
                <c:pt idx="47">
                  <c:v>0.32700000000000007</c:v>
                </c:pt>
                <c:pt idx="48">
                  <c:v>0.32800000000000007</c:v>
                </c:pt>
                <c:pt idx="49">
                  <c:v>0.32900000000000007</c:v>
                </c:pt>
                <c:pt idx="50">
                  <c:v>0.33000000000000007</c:v>
                </c:pt>
                <c:pt idx="51">
                  <c:v>0.33100000000000007</c:v>
                </c:pt>
                <c:pt idx="52">
                  <c:v>0.33200000000000007</c:v>
                </c:pt>
                <c:pt idx="53">
                  <c:v>0.33300000000000007</c:v>
                </c:pt>
                <c:pt idx="54">
                  <c:v>0.33400000000000007</c:v>
                </c:pt>
                <c:pt idx="55">
                  <c:v>0.33500000000000008</c:v>
                </c:pt>
                <c:pt idx="56">
                  <c:v>0.33600000000000008</c:v>
                </c:pt>
                <c:pt idx="57">
                  <c:v>0.33700000000000008</c:v>
                </c:pt>
                <c:pt idx="58">
                  <c:v>0.33800000000000008</c:v>
                </c:pt>
                <c:pt idx="59">
                  <c:v>0.33900000000000008</c:v>
                </c:pt>
                <c:pt idx="60">
                  <c:v>0.34000000000000008</c:v>
                </c:pt>
                <c:pt idx="61">
                  <c:v>0.34100000000000008</c:v>
                </c:pt>
                <c:pt idx="62">
                  <c:v>0.34200000000000008</c:v>
                </c:pt>
                <c:pt idx="63">
                  <c:v>0.34300000000000008</c:v>
                </c:pt>
                <c:pt idx="64">
                  <c:v>0.34400000000000008</c:v>
                </c:pt>
                <c:pt idx="65">
                  <c:v>0.34500000000000008</c:v>
                </c:pt>
                <c:pt idx="66">
                  <c:v>0.34600000000000009</c:v>
                </c:pt>
                <c:pt idx="67">
                  <c:v>0.34700000000000009</c:v>
                </c:pt>
                <c:pt idx="68">
                  <c:v>0.34800000000000009</c:v>
                </c:pt>
                <c:pt idx="69">
                  <c:v>0.34900000000000009</c:v>
                </c:pt>
                <c:pt idx="70">
                  <c:v>0.35000000000000009</c:v>
                </c:pt>
                <c:pt idx="71">
                  <c:v>0.35100000000000009</c:v>
                </c:pt>
                <c:pt idx="72">
                  <c:v>0.35200000000000009</c:v>
                </c:pt>
                <c:pt idx="73">
                  <c:v>0.35300000000000009</c:v>
                </c:pt>
                <c:pt idx="74">
                  <c:v>0.35400000000000009</c:v>
                </c:pt>
                <c:pt idx="75">
                  <c:v>0.35500000000000009</c:v>
                </c:pt>
                <c:pt idx="76">
                  <c:v>0.35600000000000009</c:v>
                </c:pt>
                <c:pt idx="77">
                  <c:v>0.3570000000000001</c:v>
                </c:pt>
                <c:pt idx="78">
                  <c:v>0.3580000000000001</c:v>
                </c:pt>
                <c:pt idx="79">
                  <c:v>0.3590000000000001</c:v>
                </c:pt>
                <c:pt idx="80">
                  <c:v>0.3600000000000001</c:v>
                </c:pt>
                <c:pt idx="81">
                  <c:v>0.3610000000000001</c:v>
                </c:pt>
                <c:pt idx="82">
                  <c:v>0.3620000000000001</c:v>
                </c:pt>
                <c:pt idx="83">
                  <c:v>0.3630000000000001</c:v>
                </c:pt>
                <c:pt idx="84">
                  <c:v>0.3640000000000001</c:v>
                </c:pt>
                <c:pt idx="85">
                  <c:v>0.3650000000000001</c:v>
                </c:pt>
                <c:pt idx="86">
                  <c:v>0.3660000000000001</c:v>
                </c:pt>
                <c:pt idx="87">
                  <c:v>0.3670000000000001</c:v>
                </c:pt>
                <c:pt idx="88">
                  <c:v>0.3680000000000001</c:v>
                </c:pt>
                <c:pt idx="89">
                  <c:v>0.36900000000000011</c:v>
                </c:pt>
                <c:pt idx="90">
                  <c:v>0.37000000000000011</c:v>
                </c:pt>
                <c:pt idx="91">
                  <c:v>0.37100000000000011</c:v>
                </c:pt>
                <c:pt idx="92">
                  <c:v>0.37200000000000011</c:v>
                </c:pt>
                <c:pt idx="93">
                  <c:v>0.37300000000000011</c:v>
                </c:pt>
                <c:pt idx="94">
                  <c:v>0.37400000000000011</c:v>
                </c:pt>
                <c:pt idx="95">
                  <c:v>0.37500000000000011</c:v>
                </c:pt>
                <c:pt idx="96">
                  <c:v>0.37600000000000011</c:v>
                </c:pt>
                <c:pt idx="97">
                  <c:v>0.37700000000000011</c:v>
                </c:pt>
                <c:pt idx="98">
                  <c:v>0.37800000000000011</c:v>
                </c:pt>
                <c:pt idx="99">
                  <c:v>0.37900000000000011</c:v>
                </c:pt>
                <c:pt idx="100">
                  <c:v>0.38000000000000012</c:v>
                </c:pt>
                <c:pt idx="101">
                  <c:v>0.38900000000000012</c:v>
                </c:pt>
                <c:pt idx="102">
                  <c:v>0.39000000000000012</c:v>
                </c:pt>
                <c:pt idx="103">
                  <c:v>0.39900000000000013</c:v>
                </c:pt>
                <c:pt idx="104">
                  <c:v>0.40000000000000013</c:v>
                </c:pt>
                <c:pt idx="105">
                  <c:v>0.40900000000000014</c:v>
                </c:pt>
                <c:pt idx="106">
                  <c:v>0.41000000000000014</c:v>
                </c:pt>
                <c:pt idx="107">
                  <c:v>0.41900000000000015</c:v>
                </c:pt>
                <c:pt idx="108">
                  <c:v>0.42000000000000015</c:v>
                </c:pt>
                <c:pt idx="109">
                  <c:v>0.42900000000000016</c:v>
                </c:pt>
                <c:pt idx="110">
                  <c:v>0.43000000000000016</c:v>
                </c:pt>
                <c:pt idx="111">
                  <c:v>0.43900000000000017</c:v>
                </c:pt>
                <c:pt idx="112">
                  <c:v>0.44000000000000017</c:v>
                </c:pt>
                <c:pt idx="113">
                  <c:v>0.44900000000000018</c:v>
                </c:pt>
                <c:pt idx="114">
                  <c:v>0.45000000000000018</c:v>
                </c:pt>
                <c:pt idx="115">
                  <c:v>0.45900000000000019</c:v>
                </c:pt>
                <c:pt idx="116">
                  <c:v>0.46000000000000019</c:v>
                </c:pt>
                <c:pt idx="117">
                  <c:v>0.46900000000000019</c:v>
                </c:pt>
                <c:pt idx="118">
                  <c:v>0.4700000000000002</c:v>
                </c:pt>
                <c:pt idx="119">
                  <c:v>0.4790000000000002</c:v>
                </c:pt>
                <c:pt idx="120">
                  <c:v>0.4800000000000002</c:v>
                </c:pt>
                <c:pt idx="121">
                  <c:v>0.48900000000000021</c:v>
                </c:pt>
                <c:pt idx="122">
                  <c:v>0.49000000000000021</c:v>
                </c:pt>
                <c:pt idx="123">
                  <c:v>0.49900000000000022</c:v>
                </c:pt>
                <c:pt idx="124">
                  <c:v>0.50000000000000022</c:v>
                </c:pt>
                <c:pt idx="125">
                  <c:v>0.50900000000000023</c:v>
                </c:pt>
                <c:pt idx="126">
                  <c:v>0.51000000000000023</c:v>
                </c:pt>
                <c:pt idx="127">
                  <c:v>0.51700000000000024</c:v>
                </c:pt>
                <c:pt idx="128">
                  <c:v>0.51800000000000024</c:v>
                </c:pt>
                <c:pt idx="129">
                  <c:v>0.51900000000000024</c:v>
                </c:pt>
                <c:pt idx="130">
                  <c:v>0.52000000000000024</c:v>
                </c:pt>
                <c:pt idx="131">
                  <c:v>0.52100000000000024</c:v>
                </c:pt>
                <c:pt idx="132">
                  <c:v>0.52200000000000024</c:v>
                </c:pt>
                <c:pt idx="133">
                  <c:v>0.52300000000000024</c:v>
                </c:pt>
                <c:pt idx="134">
                  <c:v>0.52400000000000024</c:v>
                </c:pt>
                <c:pt idx="135">
                  <c:v>0.52500000000000024</c:v>
                </c:pt>
                <c:pt idx="136">
                  <c:v>0.52600000000000025</c:v>
                </c:pt>
                <c:pt idx="137">
                  <c:v>0.52700000000000025</c:v>
                </c:pt>
                <c:pt idx="138">
                  <c:v>0.52800000000000025</c:v>
                </c:pt>
                <c:pt idx="139">
                  <c:v>0.52900000000000025</c:v>
                </c:pt>
                <c:pt idx="140">
                  <c:v>0.53000000000000025</c:v>
                </c:pt>
                <c:pt idx="141">
                  <c:v>0.53100000000000025</c:v>
                </c:pt>
                <c:pt idx="142">
                  <c:v>0.53200000000000025</c:v>
                </c:pt>
                <c:pt idx="143">
                  <c:v>0.53300000000000025</c:v>
                </c:pt>
                <c:pt idx="144">
                  <c:v>0.53400000000000025</c:v>
                </c:pt>
                <c:pt idx="145">
                  <c:v>0.53500000000000025</c:v>
                </c:pt>
                <c:pt idx="146">
                  <c:v>0.53600000000000025</c:v>
                </c:pt>
                <c:pt idx="147">
                  <c:v>0.53700000000000025</c:v>
                </c:pt>
                <c:pt idx="148">
                  <c:v>0.53800000000000026</c:v>
                </c:pt>
                <c:pt idx="149">
                  <c:v>0.53900000000000026</c:v>
                </c:pt>
                <c:pt idx="150">
                  <c:v>0.54000000000000026</c:v>
                </c:pt>
                <c:pt idx="151">
                  <c:v>0.54100000000000026</c:v>
                </c:pt>
                <c:pt idx="152">
                  <c:v>0.54200000000000026</c:v>
                </c:pt>
                <c:pt idx="153">
                  <c:v>0.54300000000000026</c:v>
                </c:pt>
                <c:pt idx="154">
                  <c:v>0.54400000000000026</c:v>
                </c:pt>
                <c:pt idx="155">
                  <c:v>0.54500000000000026</c:v>
                </c:pt>
                <c:pt idx="156">
                  <c:v>0.54600000000000026</c:v>
                </c:pt>
                <c:pt idx="157">
                  <c:v>0.54700000000000026</c:v>
                </c:pt>
                <c:pt idx="158">
                  <c:v>0.54800000000000026</c:v>
                </c:pt>
                <c:pt idx="159">
                  <c:v>0.54900000000000027</c:v>
                </c:pt>
                <c:pt idx="160">
                  <c:v>0.55000000000000027</c:v>
                </c:pt>
                <c:pt idx="161">
                  <c:v>0.55100000000000027</c:v>
                </c:pt>
                <c:pt idx="162">
                  <c:v>0.55200000000000027</c:v>
                </c:pt>
                <c:pt idx="163">
                  <c:v>0.55300000000000027</c:v>
                </c:pt>
                <c:pt idx="164">
                  <c:v>0.55400000000000027</c:v>
                </c:pt>
                <c:pt idx="165">
                  <c:v>0.55500000000000027</c:v>
                </c:pt>
                <c:pt idx="166">
                  <c:v>0.55600000000000027</c:v>
                </c:pt>
                <c:pt idx="167">
                  <c:v>0.55700000000000027</c:v>
                </c:pt>
                <c:pt idx="168">
                  <c:v>0.55800000000000027</c:v>
                </c:pt>
                <c:pt idx="169">
                  <c:v>0.55900000000000027</c:v>
                </c:pt>
                <c:pt idx="170">
                  <c:v>0.56000000000000028</c:v>
                </c:pt>
                <c:pt idx="171">
                  <c:v>0.56100000000000028</c:v>
                </c:pt>
                <c:pt idx="172">
                  <c:v>0.56200000000000028</c:v>
                </c:pt>
                <c:pt idx="173">
                  <c:v>0.56300000000000028</c:v>
                </c:pt>
                <c:pt idx="174">
                  <c:v>0.56400000000000028</c:v>
                </c:pt>
                <c:pt idx="175">
                  <c:v>0.56500000000000028</c:v>
                </c:pt>
                <c:pt idx="176">
                  <c:v>0.56600000000000028</c:v>
                </c:pt>
                <c:pt idx="177">
                  <c:v>0.56700000000000028</c:v>
                </c:pt>
                <c:pt idx="178">
                  <c:v>0.56800000000000028</c:v>
                </c:pt>
                <c:pt idx="179">
                  <c:v>0.56900000000000028</c:v>
                </c:pt>
                <c:pt idx="180">
                  <c:v>0.57000000000000028</c:v>
                </c:pt>
                <c:pt idx="181">
                  <c:v>0.57100000000000029</c:v>
                </c:pt>
                <c:pt idx="182">
                  <c:v>0.57200000000000029</c:v>
                </c:pt>
                <c:pt idx="183">
                  <c:v>0.57300000000000029</c:v>
                </c:pt>
                <c:pt idx="184">
                  <c:v>0.57400000000000029</c:v>
                </c:pt>
                <c:pt idx="185">
                  <c:v>0.57500000000000029</c:v>
                </c:pt>
                <c:pt idx="186">
                  <c:v>0.57600000000000029</c:v>
                </c:pt>
                <c:pt idx="187">
                  <c:v>0.57700000000000029</c:v>
                </c:pt>
                <c:pt idx="188">
                  <c:v>0.57800000000000029</c:v>
                </c:pt>
                <c:pt idx="189">
                  <c:v>0.57900000000000029</c:v>
                </c:pt>
                <c:pt idx="190">
                  <c:v>0.58000000000000029</c:v>
                </c:pt>
                <c:pt idx="191">
                  <c:v>0.58100000000000029</c:v>
                </c:pt>
                <c:pt idx="192">
                  <c:v>0.58200000000000029</c:v>
                </c:pt>
                <c:pt idx="193">
                  <c:v>0.5830000000000003</c:v>
                </c:pt>
                <c:pt idx="194">
                  <c:v>0.5840000000000003</c:v>
                </c:pt>
                <c:pt idx="195">
                  <c:v>0.5850000000000003</c:v>
                </c:pt>
                <c:pt idx="196">
                  <c:v>0.5860000000000003</c:v>
                </c:pt>
                <c:pt idx="197">
                  <c:v>0.5870000000000003</c:v>
                </c:pt>
                <c:pt idx="198">
                  <c:v>0.5880000000000003</c:v>
                </c:pt>
                <c:pt idx="199">
                  <c:v>0.5890000000000003</c:v>
                </c:pt>
                <c:pt idx="200">
                  <c:v>0.5900000000000003</c:v>
                </c:pt>
                <c:pt idx="201">
                  <c:v>0.5910000000000003</c:v>
                </c:pt>
                <c:pt idx="202">
                  <c:v>0.5920000000000003</c:v>
                </c:pt>
                <c:pt idx="203">
                  <c:v>0.5930000000000003</c:v>
                </c:pt>
                <c:pt idx="204">
                  <c:v>0.59400000000000031</c:v>
                </c:pt>
                <c:pt idx="205">
                  <c:v>0.59500000000000031</c:v>
                </c:pt>
                <c:pt idx="206">
                  <c:v>0.59600000000000031</c:v>
                </c:pt>
                <c:pt idx="207">
                  <c:v>0.59700000000000031</c:v>
                </c:pt>
                <c:pt idx="208">
                  <c:v>0.59800000000000031</c:v>
                </c:pt>
                <c:pt idx="209">
                  <c:v>0.59900000000000031</c:v>
                </c:pt>
                <c:pt idx="210">
                  <c:v>0.60000000000000031</c:v>
                </c:pt>
                <c:pt idx="211">
                  <c:v>0.60100000000000031</c:v>
                </c:pt>
                <c:pt idx="212">
                  <c:v>0.60200000000000031</c:v>
                </c:pt>
                <c:pt idx="213">
                  <c:v>0.60300000000000031</c:v>
                </c:pt>
                <c:pt idx="214">
                  <c:v>0.60400000000000031</c:v>
                </c:pt>
                <c:pt idx="215">
                  <c:v>0.60500000000000032</c:v>
                </c:pt>
                <c:pt idx="216">
                  <c:v>0.60600000000000032</c:v>
                </c:pt>
                <c:pt idx="217">
                  <c:v>0.60700000000000032</c:v>
                </c:pt>
                <c:pt idx="218">
                  <c:v>0.60800000000000032</c:v>
                </c:pt>
                <c:pt idx="219">
                  <c:v>0.60900000000000032</c:v>
                </c:pt>
                <c:pt idx="220">
                  <c:v>0.61000000000000032</c:v>
                </c:pt>
                <c:pt idx="221">
                  <c:v>0.61100000000000032</c:v>
                </c:pt>
                <c:pt idx="222">
                  <c:v>0.61200000000000032</c:v>
                </c:pt>
                <c:pt idx="223">
                  <c:v>0.61300000000000032</c:v>
                </c:pt>
                <c:pt idx="224">
                  <c:v>0.61400000000000032</c:v>
                </c:pt>
                <c:pt idx="225">
                  <c:v>0.61500000000000032</c:v>
                </c:pt>
                <c:pt idx="226">
                  <c:v>0.61600000000000033</c:v>
                </c:pt>
                <c:pt idx="227">
                  <c:v>0.61700000000000033</c:v>
                </c:pt>
                <c:pt idx="228">
                  <c:v>0.61800000000000033</c:v>
                </c:pt>
                <c:pt idx="229">
                  <c:v>0.61900000000000033</c:v>
                </c:pt>
                <c:pt idx="230">
                  <c:v>0.62000000000000033</c:v>
                </c:pt>
                <c:pt idx="231">
                  <c:v>0.62100000000000033</c:v>
                </c:pt>
                <c:pt idx="232">
                  <c:v>0.62200000000000033</c:v>
                </c:pt>
                <c:pt idx="233">
                  <c:v>0.62300000000000033</c:v>
                </c:pt>
                <c:pt idx="234">
                  <c:v>0.62400000000000033</c:v>
                </c:pt>
                <c:pt idx="235">
                  <c:v>0.62500000000000033</c:v>
                </c:pt>
                <c:pt idx="236">
                  <c:v>0.62600000000000033</c:v>
                </c:pt>
                <c:pt idx="237">
                  <c:v>0.62700000000000033</c:v>
                </c:pt>
                <c:pt idx="238">
                  <c:v>0.62800000000000034</c:v>
                </c:pt>
                <c:pt idx="239">
                  <c:v>0.62900000000000034</c:v>
                </c:pt>
                <c:pt idx="240">
                  <c:v>0.63000000000000034</c:v>
                </c:pt>
                <c:pt idx="241">
                  <c:v>0.63100000000000034</c:v>
                </c:pt>
                <c:pt idx="242">
                  <c:v>0.63200000000000034</c:v>
                </c:pt>
                <c:pt idx="243">
                  <c:v>0.63300000000000034</c:v>
                </c:pt>
                <c:pt idx="244">
                  <c:v>0.63400000000000034</c:v>
                </c:pt>
                <c:pt idx="245">
                  <c:v>0.63500000000000034</c:v>
                </c:pt>
                <c:pt idx="246">
                  <c:v>0.63600000000000034</c:v>
                </c:pt>
                <c:pt idx="247">
                  <c:v>0.63700000000000034</c:v>
                </c:pt>
                <c:pt idx="248">
                  <c:v>0.63800000000000034</c:v>
                </c:pt>
                <c:pt idx="249">
                  <c:v>0.63900000000000035</c:v>
                </c:pt>
                <c:pt idx="250">
                  <c:v>0.64000000000000035</c:v>
                </c:pt>
                <c:pt idx="251">
                  <c:v>0.64100000000000035</c:v>
                </c:pt>
                <c:pt idx="252">
                  <c:v>0.64200000000000035</c:v>
                </c:pt>
                <c:pt idx="253">
                  <c:v>0.64300000000000035</c:v>
                </c:pt>
                <c:pt idx="254">
                  <c:v>0.64400000000000035</c:v>
                </c:pt>
                <c:pt idx="255">
                  <c:v>0.64500000000000035</c:v>
                </c:pt>
                <c:pt idx="256">
                  <c:v>0.64600000000000035</c:v>
                </c:pt>
                <c:pt idx="257">
                  <c:v>0.64700000000000035</c:v>
                </c:pt>
                <c:pt idx="258">
                  <c:v>0.64800000000000035</c:v>
                </c:pt>
                <c:pt idx="259">
                  <c:v>0.64900000000000035</c:v>
                </c:pt>
                <c:pt idx="260">
                  <c:v>0.65000000000000036</c:v>
                </c:pt>
                <c:pt idx="261">
                  <c:v>0.65100000000000036</c:v>
                </c:pt>
                <c:pt idx="262">
                  <c:v>0.65200000000000036</c:v>
                </c:pt>
                <c:pt idx="263">
                  <c:v>0.65300000000000036</c:v>
                </c:pt>
                <c:pt idx="264">
                  <c:v>0.65400000000000036</c:v>
                </c:pt>
                <c:pt idx="265">
                  <c:v>0.65500000000000036</c:v>
                </c:pt>
                <c:pt idx="266">
                  <c:v>0.65600000000000036</c:v>
                </c:pt>
                <c:pt idx="267">
                  <c:v>0.65700000000000036</c:v>
                </c:pt>
                <c:pt idx="268">
                  <c:v>0.65800000000000036</c:v>
                </c:pt>
                <c:pt idx="269">
                  <c:v>0.65900000000000036</c:v>
                </c:pt>
                <c:pt idx="270">
                  <c:v>0.66000000000000036</c:v>
                </c:pt>
                <c:pt idx="271">
                  <c:v>0.66100000000000037</c:v>
                </c:pt>
                <c:pt idx="272">
                  <c:v>0.66200000000000037</c:v>
                </c:pt>
                <c:pt idx="273">
                  <c:v>0.66300000000000037</c:v>
                </c:pt>
                <c:pt idx="274">
                  <c:v>0.66400000000000037</c:v>
                </c:pt>
                <c:pt idx="275">
                  <c:v>0.66500000000000037</c:v>
                </c:pt>
                <c:pt idx="276">
                  <c:v>0.66600000000000037</c:v>
                </c:pt>
                <c:pt idx="277">
                  <c:v>0.66700000000000037</c:v>
                </c:pt>
                <c:pt idx="278">
                  <c:v>0.66800000000000037</c:v>
                </c:pt>
                <c:pt idx="279">
                  <c:v>0.66900000000000037</c:v>
                </c:pt>
                <c:pt idx="280">
                  <c:v>0.67000000000000037</c:v>
                </c:pt>
                <c:pt idx="281">
                  <c:v>0.67100000000000037</c:v>
                </c:pt>
                <c:pt idx="282">
                  <c:v>0.67200000000000037</c:v>
                </c:pt>
                <c:pt idx="283">
                  <c:v>0.67300000000000038</c:v>
                </c:pt>
                <c:pt idx="284">
                  <c:v>0.67400000000000038</c:v>
                </c:pt>
                <c:pt idx="285">
                  <c:v>0.67500000000000038</c:v>
                </c:pt>
                <c:pt idx="286">
                  <c:v>0.67600000000000038</c:v>
                </c:pt>
                <c:pt idx="287">
                  <c:v>0.67700000000000038</c:v>
                </c:pt>
                <c:pt idx="288">
                  <c:v>0.67800000000000038</c:v>
                </c:pt>
                <c:pt idx="289">
                  <c:v>0.67900000000000038</c:v>
                </c:pt>
                <c:pt idx="290">
                  <c:v>0.68000000000000038</c:v>
                </c:pt>
                <c:pt idx="291">
                  <c:v>0.68100000000000038</c:v>
                </c:pt>
                <c:pt idx="292">
                  <c:v>0.68200000000000038</c:v>
                </c:pt>
                <c:pt idx="293">
                  <c:v>0.68300000000000038</c:v>
                </c:pt>
                <c:pt idx="294">
                  <c:v>0.68400000000000039</c:v>
                </c:pt>
                <c:pt idx="295">
                  <c:v>0.68500000000000039</c:v>
                </c:pt>
                <c:pt idx="296">
                  <c:v>0.68600000000000039</c:v>
                </c:pt>
                <c:pt idx="297">
                  <c:v>0.68700000000000039</c:v>
                </c:pt>
                <c:pt idx="298">
                  <c:v>0.68800000000000039</c:v>
                </c:pt>
                <c:pt idx="299">
                  <c:v>0.68900000000000039</c:v>
                </c:pt>
                <c:pt idx="300">
                  <c:v>0.69000000000000039</c:v>
                </c:pt>
                <c:pt idx="301">
                  <c:v>0.69100000000000039</c:v>
                </c:pt>
                <c:pt idx="302">
                  <c:v>0.69200000000000039</c:v>
                </c:pt>
                <c:pt idx="303">
                  <c:v>0.69300000000000039</c:v>
                </c:pt>
                <c:pt idx="304">
                  <c:v>0.69400000000000039</c:v>
                </c:pt>
                <c:pt idx="305">
                  <c:v>0.6950000000000004</c:v>
                </c:pt>
                <c:pt idx="306">
                  <c:v>0.6960000000000004</c:v>
                </c:pt>
                <c:pt idx="307">
                  <c:v>0.6970000000000004</c:v>
                </c:pt>
                <c:pt idx="308">
                  <c:v>0.6980000000000004</c:v>
                </c:pt>
                <c:pt idx="309">
                  <c:v>0.6990000000000004</c:v>
                </c:pt>
                <c:pt idx="310">
                  <c:v>0.7000000000000004</c:v>
                </c:pt>
                <c:pt idx="311">
                  <c:v>0.7010000000000004</c:v>
                </c:pt>
                <c:pt idx="312">
                  <c:v>0.7020000000000004</c:v>
                </c:pt>
                <c:pt idx="313">
                  <c:v>0.7030000000000004</c:v>
                </c:pt>
                <c:pt idx="314">
                  <c:v>0.7040000000000004</c:v>
                </c:pt>
                <c:pt idx="315">
                  <c:v>0.7050000000000004</c:v>
                </c:pt>
                <c:pt idx="316">
                  <c:v>0.70600000000000041</c:v>
                </c:pt>
                <c:pt idx="317">
                  <c:v>0.70700000000000041</c:v>
                </c:pt>
                <c:pt idx="318">
                  <c:v>0.70800000000000041</c:v>
                </c:pt>
                <c:pt idx="319">
                  <c:v>0.70900000000000041</c:v>
                </c:pt>
                <c:pt idx="320">
                  <c:v>0.71000000000000041</c:v>
                </c:pt>
                <c:pt idx="321">
                  <c:v>0.71100000000000041</c:v>
                </c:pt>
                <c:pt idx="322">
                  <c:v>0.71200000000000041</c:v>
                </c:pt>
                <c:pt idx="323">
                  <c:v>0.71300000000000041</c:v>
                </c:pt>
                <c:pt idx="324">
                  <c:v>0.71400000000000041</c:v>
                </c:pt>
                <c:pt idx="325">
                  <c:v>0.71500000000000041</c:v>
                </c:pt>
                <c:pt idx="326">
                  <c:v>0.71600000000000041</c:v>
                </c:pt>
                <c:pt idx="327">
                  <c:v>0.71700000000000041</c:v>
                </c:pt>
                <c:pt idx="328">
                  <c:v>0.71800000000000042</c:v>
                </c:pt>
                <c:pt idx="329">
                  <c:v>0.71900000000000042</c:v>
                </c:pt>
                <c:pt idx="330">
                  <c:v>0.72000000000000042</c:v>
                </c:pt>
                <c:pt idx="331">
                  <c:v>0.72100000000000042</c:v>
                </c:pt>
                <c:pt idx="332">
                  <c:v>0.72200000000000042</c:v>
                </c:pt>
                <c:pt idx="333">
                  <c:v>0.72300000000000042</c:v>
                </c:pt>
                <c:pt idx="334">
                  <c:v>0.72400000000000042</c:v>
                </c:pt>
                <c:pt idx="335">
                  <c:v>0.72500000000000042</c:v>
                </c:pt>
                <c:pt idx="336">
                  <c:v>0.72600000000000042</c:v>
                </c:pt>
                <c:pt idx="337">
                  <c:v>0.72700000000000042</c:v>
                </c:pt>
                <c:pt idx="338">
                  <c:v>0.72800000000000042</c:v>
                </c:pt>
                <c:pt idx="339">
                  <c:v>0.72900000000000043</c:v>
                </c:pt>
                <c:pt idx="340">
                  <c:v>0.73000000000000043</c:v>
                </c:pt>
                <c:pt idx="341">
                  <c:v>0.73100000000000043</c:v>
                </c:pt>
                <c:pt idx="342">
                  <c:v>0.73200000000000043</c:v>
                </c:pt>
                <c:pt idx="343">
                  <c:v>0.73300000000000043</c:v>
                </c:pt>
                <c:pt idx="344">
                  <c:v>0.73400000000000043</c:v>
                </c:pt>
                <c:pt idx="345">
                  <c:v>0.73500000000000043</c:v>
                </c:pt>
                <c:pt idx="346">
                  <c:v>0.73600000000000043</c:v>
                </c:pt>
                <c:pt idx="347">
                  <c:v>0.73700000000000043</c:v>
                </c:pt>
                <c:pt idx="348">
                  <c:v>0.73800000000000043</c:v>
                </c:pt>
                <c:pt idx="349">
                  <c:v>0.73900000000000043</c:v>
                </c:pt>
                <c:pt idx="350">
                  <c:v>0.74000000000000044</c:v>
                </c:pt>
                <c:pt idx="351">
                  <c:v>0.74100000000000044</c:v>
                </c:pt>
                <c:pt idx="352">
                  <c:v>0.74200000000000044</c:v>
                </c:pt>
                <c:pt idx="353">
                  <c:v>0.74300000000000044</c:v>
                </c:pt>
                <c:pt idx="354">
                  <c:v>0.74400000000000044</c:v>
                </c:pt>
                <c:pt idx="355">
                  <c:v>0.74500000000000044</c:v>
                </c:pt>
                <c:pt idx="356">
                  <c:v>0.74600000000000044</c:v>
                </c:pt>
                <c:pt idx="357">
                  <c:v>0.74700000000000044</c:v>
                </c:pt>
                <c:pt idx="358">
                  <c:v>0.74800000000000044</c:v>
                </c:pt>
                <c:pt idx="359">
                  <c:v>0.74900000000000044</c:v>
                </c:pt>
                <c:pt idx="360">
                  <c:v>0.75000000000000044</c:v>
                </c:pt>
                <c:pt idx="361">
                  <c:v>0.75100000000000044</c:v>
                </c:pt>
                <c:pt idx="362">
                  <c:v>0.75200000000000045</c:v>
                </c:pt>
                <c:pt idx="363">
                  <c:v>0.75300000000000045</c:v>
                </c:pt>
                <c:pt idx="364">
                  <c:v>0.75400000000000045</c:v>
                </c:pt>
                <c:pt idx="365">
                  <c:v>0.75500000000000045</c:v>
                </c:pt>
                <c:pt idx="366">
                  <c:v>0.75600000000000045</c:v>
                </c:pt>
                <c:pt idx="367">
                  <c:v>0.75700000000000045</c:v>
                </c:pt>
                <c:pt idx="368">
                  <c:v>0.75800000000000045</c:v>
                </c:pt>
                <c:pt idx="369">
                  <c:v>0.75900000000000045</c:v>
                </c:pt>
                <c:pt idx="370">
                  <c:v>0.76000000000000045</c:v>
                </c:pt>
                <c:pt idx="371">
                  <c:v>0.76100000000000045</c:v>
                </c:pt>
                <c:pt idx="372">
                  <c:v>0.76200000000000045</c:v>
                </c:pt>
                <c:pt idx="373">
                  <c:v>0.76300000000000046</c:v>
                </c:pt>
                <c:pt idx="374">
                  <c:v>0.76400000000000046</c:v>
                </c:pt>
                <c:pt idx="375">
                  <c:v>0.76500000000000046</c:v>
                </c:pt>
                <c:pt idx="376">
                  <c:v>0.76600000000000046</c:v>
                </c:pt>
                <c:pt idx="377">
                  <c:v>0.76700000000000046</c:v>
                </c:pt>
                <c:pt idx="378">
                  <c:v>0.76800000000000046</c:v>
                </c:pt>
                <c:pt idx="379">
                  <c:v>0.76900000000000046</c:v>
                </c:pt>
                <c:pt idx="380">
                  <c:v>0.77000000000000046</c:v>
                </c:pt>
                <c:pt idx="381">
                  <c:v>0.77100000000000046</c:v>
                </c:pt>
                <c:pt idx="382">
                  <c:v>0.77200000000000046</c:v>
                </c:pt>
                <c:pt idx="383">
                  <c:v>0.77300000000000046</c:v>
                </c:pt>
                <c:pt idx="384">
                  <c:v>0.77400000000000047</c:v>
                </c:pt>
                <c:pt idx="385">
                  <c:v>0.77500000000000047</c:v>
                </c:pt>
                <c:pt idx="386">
                  <c:v>0.77600000000000047</c:v>
                </c:pt>
                <c:pt idx="387">
                  <c:v>0.77700000000000047</c:v>
                </c:pt>
                <c:pt idx="388">
                  <c:v>0.77800000000000047</c:v>
                </c:pt>
                <c:pt idx="389">
                  <c:v>0.77900000000000047</c:v>
                </c:pt>
                <c:pt idx="390">
                  <c:v>0.78000000000000047</c:v>
                </c:pt>
                <c:pt idx="391">
                  <c:v>0.78100000000000047</c:v>
                </c:pt>
                <c:pt idx="392">
                  <c:v>0.78200000000000047</c:v>
                </c:pt>
                <c:pt idx="393">
                  <c:v>0.78300000000000047</c:v>
                </c:pt>
                <c:pt idx="394">
                  <c:v>0.78400000000000047</c:v>
                </c:pt>
                <c:pt idx="395">
                  <c:v>0.78500000000000048</c:v>
                </c:pt>
                <c:pt idx="396">
                  <c:v>0.78600000000000048</c:v>
                </c:pt>
                <c:pt idx="397">
                  <c:v>0.78700000000000048</c:v>
                </c:pt>
                <c:pt idx="398">
                  <c:v>0.78800000000000048</c:v>
                </c:pt>
                <c:pt idx="399">
                  <c:v>0.78900000000000048</c:v>
                </c:pt>
                <c:pt idx="400">
                  <c:v>0.79000000000000048</c:v>
                </c:pt>
                <c:pt idx="401">
                  <c:v>0.79100000000000048</c:v>
                </c:pt>
                <c:pt idx="402">
                  <c:v>0.79200000000000048</c:v>
                </c:pt>
                <c:pt idx="403">
                  <c:v>0.79300000000000048</c:v>
                </c:pt>
                <c:pt idx="404">
                  <c:v>0.79400000000000048</c:v>
                </c:pt>
                <c:pt idx="405">
                  <c:v>0.79500000000000048</c:v>
                </c:pt>
                <c:pt idx="406">
                  <c:v>0.79600000000000048</c:v>
                </c:pt>
                <c:pt idx="407">
                  <c:v>0.79700000000000049</c:v>
                </c:pt>
                <c:pt idx="408">
                  <c:v>0.79800000000000049</c:v>
                </c:pt>
                <c:pt idx="409">
                  <c:v>0.79900000000000049</c:v>
                </c:pt>
                <c:pt idx="410">
                  <c:v>0.80000000000000049</c:v>
                </c:pt>
                <c:pt idx="411">
                  <c:v>0.80100000000000049</c:v>
                </c:pt>
                <c:pt idx="412">
                  <c:v>0.80200000000000049</c:v>
                </c:pt>
                <c:pt idx="413">
                  <c:v>0.80300000000000049</c:v>
                </c:pt>
                <c:pt idx="414">
                  <c:v>0.80400000000000049</c:v>
                </c:pt>
                <c:pt idx="415">
                  <c:v>0.80500000000000049</c:v>
                </c:pt>
                <c:pt idx="416">
                  <c:v>0.80600000000000049</c:v>
                </c:pt>
                <c:pt idx="417">
                  <c:v>0.80700000000000049</c:v>
                </c:pt>
                <c:pt idx="418">
                  <c:v>0.8080000000000005</c:v>
                </c:pt>
                <c:pt idx="419">
                  <c:v>0.8090000000000005</c:v>
                </c:pt>
                <c:pt idx="420">
                  <c:v>0.8100000000000005</c:v>
                </c:pt>
                <c:pt idx="421">
                  <c:v>0.8110000000000005</c:v>
                </c:pt>
                <c:pt idx="422">
                  <c:v>0.8120000000000005</c:v>
                </c:pt>
                <c:pt idx="423">
                  <c:v>0.8130000000000005</c:v>
                </c:pt>
                <c:pt idx="424">
                  <c:v>0.8140000000000005</c:v>
                </c:pt>
                <c:pt idx="425">
                  <c:v>0.8150000000000005</c:v>
                </c:pt>
                <c:pt idx="426">
                  <c:v>0.8160000000000005</c:v>
                </c:pt>
                <c:pt idx="427">
                  <c:v>0.8170000000000005</c:v>
                </c:pt>
                <c:pt idx="428">
                  <c:v>0.8180000000000005</c:v>
                </c:pt>
                <c:pt idx="429">
                  <c:v>0.81900000000000051</c:v>
                </c:pt>
                <c:pt idx="430">
                  <c:v>0.82000000000000051</c:v>
                </c:pt>
                <c:pt idx="431">
                  <c:v>0.82100000000000051</c:v>
                </c:pt>
                <c:pt idx="432">
                  <c:v>0.82200000000000051</c:v>
                </c:pt>
                <c:pt idx="433">
                  <c:v>0.82300000000000051</c:v>
                </c:pt>
                <c:pt idx="434">
                  <c:v>0.82400000000000051</c:v>
                </c:pt>
                <c:pt idx="435">
                  <c:v>0.82500000000000051</c:v>
                </c:pt>
                <c:pt idx="436">
                  <c:v>0.82600000000000051</c:v>
                </c:pt>
                <c:pt idx="437">
                  <c:v>0.82700000000000051</c:v>
                </c:pt>
                <c:pt idx="438">
                  <c:v>0.82800000000000051</c:v>
                </c:pt>
                <c:pt idx="439">
                  <c:v>0.82900000000000051</c:v>
                </c:pt>
                <c:pt idx="440">
                  <c:v>0.83000000000000052</c:v>
                </c:pt>
                <c:pt idx="441">
                  <c:v>0.83100000000000052</c:v>
                </c:pt>
                <c:pt idx="442">
                  <c:v>0.83200000000000052</c:v>
                </c:pt>
                <c:pt idx="443">
                  <c:v>0.83300000000000052</c:v>
                </c:pt>
                <c:pt idx="444">
                  <c:v>0.83400000000000052</c:v>
                </c:pt>
                <c:pt idx="445">
                  <c:v>0.83500000000000052</c:v>
                </c:pt>
                <c:pt idx="446">
                  <c:v>0.83600000000000052</c:v>
                </c:pt>
                <c:pt idx="447">
                  <c:v>0.83700000000000052</c:v>
                </c:pt>
                <c:pt idx="448">
                  <c:v>0.83800000000000052</c:v>
                </c:pt>
                <c:pt idx="449">
                  <c:v>0.83900000000000052</c:v>
                </c:pt>
                <c:pt idx="450">
                  <c:v>0.84000000000000052</c:v>
                </c:pt>
                <c:pt idx="451">
                  <c:v>0.84100000000000052</c:v>
                </c:pt>
                <c:pt idx="452">
                  <c:v>0.84200000000000053</c:v>
                </c:pt>
                <c:pt idx="453">
                  <c:v>0.84300000000000053</c:v>
                </c:pt>
                <c:pt idx="454">
                  <c:v>0.84400000000000053</c:v>
                </c:pt>
                <c:pt idx="455">
                  <c:v>0.84500000000000053</c:v>
                </c:pt>
                <c:pt idx="456">
                  <c:v>0.84600000000000053</c:v>
                </c:pt>
                <c:pt idx="457">
                  <c:v>0.84700000000000053</c:v>
                </c:pt>
                <c:pt idx="458">
                  <c:v>0.84800000000000053</c:v>
                </c:pt>
                <c:pt idx="459">
                  <c:v>0.84900000000000053</c:v>
                </c:pt>
                <c:pt idx="460">
                  <c:v>0.85000000000000053</c:v>
                </c:pt>
                <c:pt idx="461">
                  <c:v>0.85100000000000053</c:v>
                </c:pt>
                <c:pt idx="462">
                  <c:v>0.85200000000000053</c:v>
                </c:pt>
                <c:pt idx="463">
                  <c:v>0.85300000000000054</c:v>
                </c:pt>
                <c:pt idx="464">
                  <c:v>0.85400000000000054</c:v>
                </c:pt>
                <c:pt idx="465">
                  <c:v>0.85500000000000054</c:v>
                </c:pt>
                <c:pt idx="466">
                  <c:v>0.85600000000000054</c:v>
                </c:pt>
                <c:pt idx="467">
                  <c:v>0.85700000000000054</c:v>
                </c:pt>
                <c:pt idx="468">
                  <c:v>0.85800000000000054</c:v>
                </c:pt>
                <c:pt idx="469">
                  <c:v>0.85900000000000054</c:v>
                </c:pt>
                <c:pt idx="470">
                  <c:v>0.86000000000000054</c:v>
                </c:pt>
                <c:pt idx="471">
                  <c:v>0.86100000000000054</c:v>
                </c:pt>
                <c:pt idx="472">
                  <c:v>0.86200000000000054</c:v>
                </c:pt>
                <c:pt idx="473">
                  <c:v>0.86300000000000054</c:v>
                </c:pt>
                <c:pt idx="474">
                  <c:v>0.86400000000000055</c:v>
                </c:pt>
                <c:pt idx="475">
                  <c:v>0.86500000000000055</c:v>
                </c:pt>
                <c:pt idx="476">
                  <c:v>0.86600000000000055</c:v>
                </c:pt>
                <c:pt idx="477">
                  <c:v>0.86700000000000055</c:v>
                </c:pt>
                <c:pt idx="478">
                  <c:v>0.86800000000000055</c:v>
                </c:pt>
                <c:pt idx="479">
                  <c:v>0.86900000000000055</c:v>
                </c:pt>
                <c:pt idx="480">
                  <c:v>0.87000000000000055</c:v>
                </c:pt>
                <c:pt idx="481">
                  <c:v>0.87100000000000055</c:v>
                </c:pt>
                <c:pt idx="482">
                  <c:v>0.87200000000000055</c:v>
                </c:pt>
                <c:pt idx="483">
                  <c:v>0.87300000000000055</c:v>
                </c:pt>
                <c:pt idx="484">
                  <c:v>0.87400000000000055</c:v>
                </c:pt>
                <c:pt idx="485">
                  <c:v>0.87500000000000056</c:v>
                </c:pt>
                <c:pt idx="486">
                  <c:v>0.87600000000000056</c:v>
                </c:pt>
                <c:pt idx="487">
                  <c:v>0.87700000000000056</c:v>
                </c:pt>
                <c:pt idx="488">
                  <c:v>0.87800000000000056</c:v>
                </c:pt>
                <c:pt idx="489">
                  <c:v>0.87900000000000056</c:v>
                </c:pt>
                <c:pt idx="490">
                  <c:v>0.88000000000000056</c:v>
                </c:pt>
                <c:pt idx="491">
                  <c:v>0.88100000000000056</c:v>
                </c:pt>
                <c:pt idx="492">
                  <c:v>0.88200000000000056</c:v>
                </c:pt>
                <c:pt idx="493">
                  <c:v>0.88300000000000056</c:v>
                </c:pt>
                <c:pt idx="494">
                  <c:v>0.88400000000000056</c:v>
                </c:pt>
                <c:pt idx="495">
                  <c:v>0.88500000000000056</c:v>
                </c:pt>
                <c:pt idx="496">
                  <c:v>0.88600000000000056</c:v>
                </c:pt>
                <c:pt idx="497">
                  <c:v>0.88700000000000057</c:v>
                </c:pt>
                <c:pt idx="498">
                  <c:v>0.88800000000000057</c:v>
                </c:pt>
                <c:pt idx="499">
                  <c:v>0.88900000000000057</c:v>
                </c:pt>
                <c:pt idx="500">
                  <c:v>0.89000000000000057</c:v>
                </c:pt>
                <c:pt idx="501">
                  <c:v>0.89100000000000057</c:v>
                </c:pt>
                <c:pt idx="502">
                  <c:v>0.89200000000000057</c:v>
                </c:pt>
                <c:pt idx="503">
                  <c:v>0.89300000000000057</c:v>
                </c:pt>
                <c:pt idx="504">
                  <c:v>0.89400000000000057</c:v>
                </c:pt>
                <c:pt idx="505">
                  <c:v>0.89500000000000057</c:v>
                </c:pt>
                <c:pt idx="506">
                  <c:v>0.89600000000000057</c:v>
                </c:pt>
                <c:pt idx="507">
                  <c:v>0.89700000000000057</c:v>
                </c:pt>
                <c:pt idx="508">
                  <c:v>0.89800000000000058</c:v>
                </c:pt>
                <c:pt idx="509">
                  <c:v>0.89900000000000058</c:v>
                </c:pt>
                <c:pt idx="510">
                  <c:v>0.90000000000000058</c:v>
                </c:pt>
                <c:pt idx="511">
                  <c:v>0.90100000000000058</c:v>
                </c:pt>
                <c:pt idx="512">
                  <c:v>0.90200000000000058</c:v>
                </c:pt>
                <c:pt idx="513">
                  <c:v>0.90300000000000058</c:v>
                </c:pt>
                <c:pt idx="514">
                  <c:v>0.90400000000000058</c:v>
                </c:pt>
                <c:pt idx="515">
                  <c:v>0.90500000000000058</c:v>
                </c:pt>
                <c:pt idx="516">
                  <c:v>0.90600000000000058</c:v>
                </c:pt>
                <c:pt idx="517">
                  <c:v>0.90700000000000058</c:v>
                </c:pt>
                <c:pt idx="518">
                  <c:v>0.90800000000000058</c:v>
                </c:pt>
                <c:pt idx="519">
                  <c:v>0.90900000000000059</c:v>
                </c:pt>
                <c:pt idx="520">
                  <c:v>0.91000000000000059</c:v>
                </c:pt>
                <c:pt idx="521">
                  <c:v>0.91100000000000059</c:v>
                </c:pt>
                <c:pt idx="522">
                  <c:v>0.91200000000000059</c:v>
                </c:pt>
                <c:pt idx="523">
                  <c:v>0.91300000000000059</c:v>
                </c:pt>
                <c:pt idx="524">
                  <c:v>0.91400000000000059</c:v>
                </c:pt>
                <c:pt idx="525">
                  <c:v>0.91500000000000059</c:v>
                </c:pt>
                <c:pt idx="526">
                  <c:v>0.91600000000000059</c:v>
                </c:pt>
                <c:pt idx="527">
                  <c:v>0.91700000000000059</c:v>
                </c:pt>
                <c:pt idx="528">
                  <c:v>0.91800000000000059</c:v>
                </c:pt>
                <c:pt idx="529">
                  <c:v>0.91900000000000059</c:v>
                </c:pt>
                <c:pt idx="530">
                  <c:v>0.9200000000000006</c:v>
                </c:pt>
                <c:pt idx="531">
                  <c:v>0.9210000000000006</c:v>
                </c:pt>
                <c:pt idx="532">
                  <c:v>0.9220000000000006</c:v>
                </c:pt>
                <c:pt idx="533">
                  <c:v>0.9230000000000006</c:v>
                </c:pt>
                <c:pt idx="534">
                  <c:v>0.9240000000000006</c:v>
                </c:pt>
                <c:pt idx="535">
                  <c:v>0.9250000000000006</c:v>
                </c:pt>
                <c:pt idx="536">
                  <c:v>0.9260000000000006</c:v>
                </c:pt>
                <c:pt idx="537">
                  <c:v>0.9270000000000006</c:v>
                </c:pt>
                <c:pt idx="538">
                  <c:v>0.9280000000000006</c:v>
                </c:pt>
                <c:pt idx="539">
                  <c:v>0.9290000000000006</c:v>
                </c:pt>
                <c:pt idx="540">
                  <c:v>0.9300000000000006</c:v>
                </c:pt>
                <c:pt idx="541">
                  <c:v>0.9310000000000006</c:v>
                </c:pt>
                <c:pt idx="542">
                  <c:v>0.93200000000000061</c:v>
                </c:pt>
                <c:pt idx="543">
                  <c:v>0.93300000000000061</c:v>
                </c:pt>
                <c:pt idx="544">
                  <c:v>0.93400000000000061</c:v>
                </c:pt>
                <c:pt idx="545">
                  <c:v>0.93500000000000061</c:v>
                </c:pt>
                <c:pt idx="546">
                  <c:v>0.93600000000000061</c:v>
                </c:pt>
                <c:pt idx="547">
                  <c:v>0.93700000000000061</c:v>
                </c:pt>
                <c:pt idx="548">
                  <c:v>0.93800000000000061</c:v>
                </c:pt>
                <c:pt idx="549">
                  <c:v>0.93900000000000061</c:v>
                </c:pt>
                <c:pt idx="550">
                  <c:v>0.94000000000000061</c:v>
                </c:pt>
                <c:pt idx="551">
                  <c:v>0.94100000000000061</c:v>
                </c:pt>
                <c:pt idx="552">
                  <c:v>0.94200000000000061</c:v>
                </c:pt>
                <c:pt idx="553">
                  <c:v>0.94300000000000062</c:v>
                </c:pt>
                <c:pt idx="554">
                  <c:v>0.94400000000000062</c:v>
                </c:pt>
                <c:pt idx="555">
                  <c:v>0.94500000000000062</c:v>
                </c:pt>
                <c:pt idx="556">
                  <c:v>0.94600000000000062</c:v>
                </c:pt>
                <c:pt idx="557">
                  <c:v>0.94700000000000062</c:v>
                </c:pt>
                <c:pt idx="558">
                  <c:v>0.94800000000000062</c:v>
                </c:pt>
                <c:pt idx="559">
                  <c:v>0.94900000000000062</c:v>
                </c:pt>
                <c:pt idx="560">
                  <c:v>0.95000000000000062</c:v>
                </c:pt>
                <c:pt idx="561">
                  <c:v>0.95100000000000062</c:v>
                </c:pt>
                <c:pt idx="562">
                  <c:v>0.95200000000000062</c:v>
                </c:pt>
                <c:pt idx="563">
                  <c:v>0.95300000000000062</c:v>
                </c:pt>
                <c:pt idx="564">
                  <c:v>0.95400000000000063</c:v>
                </c:pt>
                <c:pt idx="565">
                  <c:v>0.95500000000000063</c:v>
                </c:pt>
                <c:pt idx="566">
                  <c:v>0.95600000000000063</c:v>
                </c:pt>
                <c:pt idx="567">
                  <c:v>0.95700000000000063</c:v>
                </c:pt>
                <c:pt idx="568">
                  <c:v>0.95800000000000063</c:v>
                </c:pt>
                <c:pt idx="569">
                  <c:v>0.95900000000000063</c:v>
                </c:pt>
                <c:pt idx="570">
                  <c:v>0.96000000000000063</c:v>
                </c:pt>
                <c:pt idx="571">
                  <c:v>0.96100000000000063</c:v>
                </c:pt>
                <c:pt idx="572">
                  <c:v>0.96200000000000063</c:v>
                </c:pt>
                <c:pt idx="573">
                  <c:v>0.96300000000000063</c:v>
                </c:pt>
                <c:pt idx="574">
                  <c:v>0.96400000000000063</c:v>
                </c:pt>
                <c:pt idx="575">
                  <c:v>0.96500000000000064</c:v>
                </c:pt>
                <c:pt idx="576">
                  <c:v>0.96600000000000064</c:v>
                </c:pt>
                <c:pt idx="577">
                  <c:v>0.96700000000000064</c:v>
                </c:pt>
                <c:pt idx="578">
                  <c:v>0.96800000000000064</c:v>
                </c:pt>
                <c:pt idx="579">
                  <c:v>0.96900000000000064</c:v>
                </c:pt>
                <c:pt idx="580">
                  <c:v>0.97000000000000064</c:v>
                </c:pt>
                <c:pt idx="581">
                  <c:v>0.97100000000000064</c:v>
                </c:pt>
                <c:pt idx="582">
                  <c:v>0.97200000000000064</c:v>
                </c:pt>
                <c:pt idx="583">
                  <c:v>0.97300000000000064</c:v>
                </c:pt>
                <c:pt idx="584">
                  <c:v>0.97400000000000064</c:v>
                </c:pt>
                <c:pt idx="585">
                  <c:v>0.97500000000000064</c:v>
                </c:pt>
                <c:pt idx="586">
                  <c:v>0.97600000000000064</c:v>
                </c:pt>
                <c:pt idx="587">
                  <c:v>0.97700000000000065</c:v>
                </c:pt>
                <c:pt idx="588">
                  <c:v>0.97800000000000065</c:v>
                </c:pt>
                <c:pt idx="589">
                  <c:v>0.97900000000000065</c:v>
                </c:pt>
                <c:pt idx="590">
                  <c:v>0.98000000000000065</c:v>
                </c:pt>
                <c:pt idx="591">
                  <c:v>0.98100000000000065</c:v>
                </c:pt>
                <c:pt idx="592">
                  <c:v>0.98200000000000065</c:v>
                </c:pt>
                <c:pt idx="593">
                  <c:v>0.98300000000000065</c:v>
                </c:pt>
                <c:pt idx="594">
                  <c:v>0.98400000000000065</c:v>
                </c:pt>
                <c:pt idx="595">
                  <c:v>0.98500000000000065</c:v>
                </c:pt>
                <c:pt idx="596">
                  <c:v>0.98600000000000065</c:v>
                </c:pt>
                <c:pt idx="597">
                  <c:v>0.98700000000000065</c:v>
                </c:pt>
                <c:pt idx="598">
                  <c:v>0.98800000000000066</c:v>
                </c:pt>
                <c:pt idx="599">
                  <c:v>0.98900000000000066</c:v>
                </c:pt>
                <c:pt idx="600">
                  <c:v>0.99000000000000066</c:v>
                </c:pt>
                <c:pt idx="601">
                  <c:v>0.99100000000000066</c:v>
                </c:pt>
                <c:pt idx="602">
                  <c:v>0.99200000000000066</c:v>
                </c:pt>
                <c:pt idx="603">
                  <c:v>0.99300000000000066</c:v>
                </c:pt>
                <c:pt idx="604">
                  <c:v>0.99400000000000066</c:v>
                </c:pt>
                <c:pt idx="605">
                  <c:v>0.99500000000000066</c:v>
                </c:pt>
                <c:pt idx="606">
                  <c:v>0.99600000000000066</c:v>
                </c:pt>
                <c:pt idx="607">
                  <c:v>0.99700000000000066</c:v>
                </c:pt>
                <c:pt idx="608">
                  <c:v>0.99800000000000066</c:v>
                </c:pt>
                <c:pt idx="609">
                  <c:v>0.99900000000000067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A6-4E1A-91A3-E19DF1FB12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40595728"/>
        <c:axId val="540597648"/>
      </c:lineChart>
      <c:catAx>
        <c:axId val="540595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Value</a:t>
                </a:r>
              </a:p>
            </c:rich>
          </c:tx>
          <c:layout>
            <c:manualLayout>
              <c:xMode val="edge"/>
              <c:yMode val="edge"/>
              <c:x val="0.53183432234014216"/>
              <c:y val="0.937632012683337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540597648"/>
        <c:crosses val="autoZero"/>
        <c:auto val="1"/>
        <c:lblAlgn val="ctr"/>
        <c:lblOffset val="100"/>
        <c:tickLblSkip val="50"/>
        <c:noMultiLvlLbl val="0"/>
      </c:catAx>
      <c:valAx>
        <c:axId val="54059764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Probability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540595728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0.09669</cdr:x>
      <cdr:y>0.54419</cdr:y>
    </cdr:from>
    <cdr:to>
      <cdr:x>0.29715</cdr:x>
      <cdr:y>0.54419</cdr:y>
    </cdr:to>
    <cdr:cxnSp macro="">
      <cdr:nvCxnSpPr>
        <cdr:cNvPr id="2" name="Straight Connector 1">
          <a:extLst xmlns:a="http://schemas.openxmlformats.org/drawingml/2006/main">
            <a:ext uri="{FF2B5EF4-FFF2-40B4-BE49-F238E27FC236}">
              <a16:creationId xmlns:a16="http://schemas.microsoft.com/office/drawing/2014/main" id="{EF1357CA-B7FA-C9BE-EFCE-872CEE8BC08C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 flipH="1">
          <a:off x="1016720" y="2903886"/>
          <a:ext cx="2108020" cy="0"/>
        </a:xfrm>
        <a:prstGeom xmlns:a="http://schemas.openxmlformats.org/drawingml/2006/main" prst="line">
          <a:avLst/>
        </a:prstGeom>
        <a:ln xmlns:a="http://schemas.openxmlformats.org/drawingml/2006/main">
          <a:prstDash val="sysDot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0.09669</cdr:x>
      <cdr:y>0.45709</cdr:y>
    </cdr:from>
    <cdr:to>
      <cdr:x>0.29715</cdr:x>
      <cdr:y>0.45709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1207B946-CB7B-8A39-B279-BF494D2BAFF8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 flipH="1">
          <a:off x="1016720" y="2439120"/>
          <a:ext cx="2108020" cy="0"/>
        </a:xfrm>
        <a:prstGeom xmlns:a="http://schemas.openxmlformats.org/drawingml/2006/main" prst="line">
          <a:avLst/>
        </a:prstGeom>
        <a:ln xmlns:a="http://schemas.openxmlformats.org/drawingml/2006/main">
          <a:prstDash val="sysDot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0.25508</cdr:x>
      <cdr:y>0.44718</cdr:y>
    </cdr:from>
    <cdr:to>
      <cdr:x>0.25508</cdr:x>
      <cdr:y>0.78888</cdr:y>
    </cdr:to>
    <cdr:cxnSp macro="">
      <cdr:nvCxnSpPr>
        <cdr:cNvPr id="5" name="Straight Connector 4">
          <a:extLst xmlns:a="http://schemas.openxmlformats.org/drawingml/2006/main">
            <a:ext uri="{FF2B5EF4-FFF2-40B4-BE49-F238E27FC236}">
              <a16:creationId xmlns:a16="http://schemas.microsoft.com/office/drawing/2014/main" id="{8541FBAB-A50F-BB39-B70B-B781E7911C0A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2682319" y="2386213"/>
          <a:ext cx="0" cy="1823356"/>
        </a:xfrm>
        <a:prstGeom xmlns:a="http://schemas.openxmlformats.org/drawingml/2006/main" prst="line">
          <a:avLst/>
        </a:prstGeom>
        <a:ln xmlns:a="http://schemas.openxmlformats.org/drawingml/2006/main">
          <a:prstDash val="sysDot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0.29136</cdr:x>
      <cdr:y>0.44718</cdr:y>
    </cdr:from>
    <cdr:to>
      <cdr:x>0.29136</cdr:x>
      <cdr:y>0.78888</cdr:y>
    </cdr:to>
    <cdr:cxnSp macro="">
      <cdr:nvCxnSpPr>
        <cdr:cNvPr id="7" name="Straight Connector 6">
          <a:extLst xmlns:a="http://schemas.openxmlformats.org/drawingml/2006/main">
            <a:ext uri="{FF2B5EF4-FFF2-40B4-BE49-F238E27FC236}">
              <a16:creationId xmlns:a16="http://schemas.microsoft.com/office/drawing/2014/main" id="{03071BA2-F068-366A-1388-81E99DA227BB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3063825" y="2386213"/>
          <a:ext cx="0" cy="1823356"/>
        </a:xfrm>
        <a:prstGeom xmlns:a="http://schemas.openxmlformats.org/drawingml/2006/main" prst="line">
          <a:avLst/>
        </a:prstGeom>
        <a:ln xmlns:a="http://schemas.openxmlformats.org/drawingml/2006/main">
          <a:prstDash val="sysDot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A573-63CF-0C46-9CA2-9307DF5D8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2D3E79-FB0A-ED94-5EDF-72A7194BB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52BED-A5DD-3DA6-7590-884A466C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68969-70D1-45BE-962F-A43572EF8A62}" type="datetimeFigureOut">
              <a:rPr lang="en-IL" smtClean="0"/>
              <a:t>19/04/2026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8ED05-693F-6EC4-8F06-60CE09B53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658D5-FD36-478E-3898-F310D23C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640F4-548F-4FE9-8FF5-A64AEE04207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9748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29A3C-0587-A78A-6066-2F25ACDA8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B7735-E90E-5476-A675-D0CB1122D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6A639-6B5D-63C1-09A8-97D315E1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68969-70D1-45BE-962F-A43572EF8A62}" type="datetimeFigureOut">
              <a:rPr lang="en-IL" smtClean="0"/>
              <a:t>19/04/2026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B701F-1040-4CEA-8C35-8C83D014D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35683-D259-9AD0-3B62-FB619D17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640F4-548F-4FE9-8FF5-A64AEE04207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10909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379DF-021F-FECC-3F2D-CF78E9B92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8A414-91C5-7936-340B-0A3E9D3C4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03AAE-D70E-1C24-3B82-B00CDA92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68969-70D1-45BE-962F-A43572EF8A62}" type="datetimeFigureOut">
              <a:rPr lang="en-IL" smtClean="0"/>
              <a:t>19/04/2026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AE83C-6BAB-6428-7636-E3F9E24D6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3FE35-6BE7-B529-8388-61983C04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640F4-548F-4FE9-8FF5-A64AEE04207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54454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ED356-17C3-DBBC-6E76-00224E77A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E6B2A-CB61-89D7-09E2-27FF454024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CC1FE-0E7D-0C07-D0D2-458EEC8A3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89E94-0DB1-37C5-DC66-F13617CC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68969-70D1-45BE-962F-A43572EF8A62}" type="datetimeFigureOut">
              <a:rPr lang="en-IL" smtClean="0"/>
              <a:t>19/04/2026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5B5B4-5045-CB67-E0C3-079B4802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E9342-535B-E288-733A-0A90FAA7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640F4-548F-4FE9-8FF5-A64AEE04207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9822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877B4-613B-306D-86DA-BC55B26B8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43732-5CB9-3A38-B780-3993B9D23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6455-C5DB-8FF5-CA34-528048C48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7CAA0-072A-75BB-0AEE-5AD64A49D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3AFDDE-EEE8-F7FB-9630-1AF7C7CF74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AE5A6-7E36-077A-DF84-4D68451B1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68969-70D1-45BE-962F-A43572EF8A62}" type="datetimeFigureOut">
              <a:rPr lang="en-IL" smtClean="0"/>
              <a:t>19/04/2026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860B71-4218-FE8A-15DF-5CE5346CF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55EC2E-7322-AB49-881D-1368ADA8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640F4-548F-4FE9-8FF5-A64AEE04207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416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CC5B-41A2-4064-E7AC-958578AF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33E82-03CF-6DAE-D5CD-7B9D4184B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68969-70D1-45BE-962F-A43572EF8A62}" type="datetimeFigureOut">
              <a:rPr lang="en-IL" smtClean="0"/>
              <a:t>19/04/2026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40B01-6E88-F3DB-75EA-85FCAE16B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3CEC4-F49D-C9C2-3859-A194AE23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640F4-548F-4FE9-8FF5-A64AEE04207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50804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1A676-57A3-5B20-144D-6DA96126B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68969-70D1-45BE-962F-A43572EF8A62}" type="datetimeFigureOut">
              <a:rPr lang="en-IL" smtClean="0"/>
              <a:t>19/04/2026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F58E1-EAB3-92DF-3E83-734D30310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FB81F-89CA-B2C4-A687-91D5CCDA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640F4-548F-4FE9-8FF5-A64AEE04207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982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EC5B1-783D-E03B-BB0A-D4A7000BB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FB2DE-BB8C-2E97-D2DD-E2B709ED1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E2C72-4F52-21AF-D4F4-7BEB99287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207FD-5F72-9FB8-1645-D3F0E8559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68969-70D1-45BE-962F-A43572EF8A62}" type="datetimeFigureOut">
              <a:rPr lang="en-IL" smtClean="0"/>
              <a:t>19/04/2026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141D1-AF45-6387-4349-37381E7D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DC5D3-5769-47B1-3466-6140B63E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640F4-548F-4FE9-8FF5-A64AEE04207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6615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85C1-0608-7281-D1FC-9F10D7087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B40D1-51BD-DEB7-632F-E2B7A6974E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7C46D-DEDA-1D7A-6627-A955D8892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FF787-29C5-9485-9CF4-316A525AD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68969-70D1-45BE-962F-A43572EF8A62}" type="datetimeFigureOut">
              <a:rPr lang="en-IL" smtClean="0"/>
              <a:t>19/04/2026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EAB1D-8BA5-90CD-E7A9-D2C79BAF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84A06-1C77-05A6-C947-2F216DF89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640F4-548F-4FE9-8FF5-A64AEE04207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7720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CD171-ACC7-C36D-C800-A2BF30C82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E1752-9B85-012C-52EC-D1A8C8D7B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3F85E-3F39-DFCC-6385-6E38779F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68969-70D1-45BE-962F-A43572EF8A62}" type="datetimeFigureOut">
              <a:rPr lang="en-IL" smtClean="0"/>
              <a:t>19/04/2026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6847B-6E4A-BC89-59BE-161F51F15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CBCF7-5BFD-64CE-2083-47434278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640F4-548F-4FE9-8FF5-A64AEE04207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6691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074C58-4BAC-734B-85E9-52935788A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B3549-42C6-9B20-EB7A-23ABF9810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6D99F-2659-8A5B-63C2-6D50FA873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68969-70D1-45BE-962F-A43572EF8A62}" type="datetimeFigureOut">
              <a:rPr lang="en-IL" smtClean="0"/>
              <a:t>19/04/2026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41F99-9E55-3A98-6F3D-963382E8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4270B-DBA5-4A6B-4520-152E266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640F4-548F-4FE9-8FF5-A64AEE04207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4045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25905F-ECEF-41B3-D63A-41731136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4B4B1-9784-A0AD-BEE4-5AF00192F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25FB9-AEA0-16CB-6D1F-965B320A4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68969-70D1-45BE-962F-A43572EF8A62}" type="datetimeFigureOut">
              <a:rPr lang="en-IL" smtClean="0"/>
              <a:t>19/04/2026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BC739-DF80-2D2E-587C-10429D087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878E8-4A8F-5E4D-22E2-DD57E02B8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640F4-548F-4FE9-8FF5-A64AEE04207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776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9A60-54FB-200D-24BE-F5A75D1545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Histogram, PDF, CDF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C85F7-331A-68E6-E296-83B9B3E9EA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4227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9D252A5-FE3E-DD0D-C19A-93D426DF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vs. PDF vs. CDF</a:t>
            </a:r>
            <a:endParaRPr lang="en-I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A37660-78E6-72DE-428E-18B88DDB3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Histogram: </a:t>
            </a:r>
            <a:r>
              <a:rPr lang="en-US" b="1" dirty="0"/>
              <a:t>Count(x=X)</a:t>
            </a:r>
          </a:p>
          <a:p>
            <a:pPr lvl="1"/>
            <a:r>
              <a:rPr lang="en-US" sz="2800" dirty="0"/>
              <a:t>What is the </a:t>
            </a:r>
            <a:r>
              <a:rPr lang="en-US" sz="2800" b="1" dirty="0"/>
              <a:t>number </a:t>
            </a:r>
            <a:r>
              <a:rPr lang="en-US" sz="2800" dirty="0"/>
              <a:t>of samples that are equal to X?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Probability distribution function (PDF): </a:t>
            </a:r>
            <a:r>
              <a:rPr lang="en-US" b="1" dirty="0"/>
              <a:t>P(x=X)</a:t>
            </a:r>
          </a:p>
          <a:p>
            <a:pPr lvl="1"/>
            <a:r>
              <a:rPr lang="en-US" sz="2800" dirty="0"/>
              <a:t>What is the </a:t>
            </a:r>
            <a:r>
              <a:rPr lang="en-US" sz="2800" b="1" dirty="0"/>
              <a:t>probability</a:t>
            </a:r>
            <a:r>
              <a:rPr lang="en-US" sz="2800" dirty="0"/>
              <a:t> that a sample x is </a:t>
            </a:r>
            <a:r>
              <a:rPr lang="en-US" sz="2800" b="1" dirty="0"/>
              <a:t>equal</a:t>
            </a:r>
            <a:r>
              <a:rPr lang="en-US" sz="2800" dirty="0"/>
              <a:t> to X?</a:t>
            </a:r>
          </a:p>
          <a:p>
            <a:pPr lvl="1"/>
            <a:r>
              <a:rPr lang="en-US" sz="2800" dirty="0"/>
              <a:t>P(x=X) = Count(x=X)/N, where N is the total number of samples</a:t>
            </a:r>
          </a:p>
          <a:p>
            <a:endParaRPr lang="en-US" dirty="0"/>
          </a:p>
          <a:p>
            <a:r>
              <a:rPr lang="en-US" dirty="0"/>
              <a:t>Cumulative distribution function (CDF): </a:t>
            </a:r>
            <a:r>
              <a:rPr lang="en-US" b="1" dirty="0"/>
              <a:t>P(x&lt;=X)</a:t>
            </a:r>
          </a:p>
          <a:p>
            <a:pPr lvl="1"/>
            <a:r>
              <a:rPr lang="en-US" sz="2800" dirty="0"/>
              <a:t>What is the </a:t>
            </a:r>
            <a:r>
              <a:rPr lang="en-US" sz="2800" b="1" dirty="0"/>
              <a:t>probability</a:t>
            </a:r>
            <a:r>
              <a:rPr lang="en-US" sz="2800" dirty="0"/>
              <a:t> that a sample x is </a:t>
            </a:r>
            <a:r>
              <a:rPr lang="en-US" sz="2800" b="1" dirty="0"/>
              <a:t>less or equal</a:t>
            </a:r>
            <a:r>
              <a:rPr lang="en-US" sz="2800" dirty="0"/>
              <a:t> to X?</a:t>
            </a:r>
          </a:p>
          <a:p>
            <a:pPr lvl="1"/>
            <a:r>
              <a:rPr lang="en-US" sz="2800" dirty="0"/>
              <a:t>Integration of PDF</a:t>
            </a:r>
          </a:p>
          <a:p>
            <a:endParaRPr lang="en-IL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20948-21C8-A0EB-D03C-CEFEF51D1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D7B67-1CB1-4281-504E-B2ADAC3B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9887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06CB2-6218-9A57-ECC4-92D13B37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C8807-1317-5F89-5287-9FC0A8AB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FE8EEEC-419B-40B2-F5E1-6FA27D88A2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640238"/>
          <a:ext cx="10515600" cy="5577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2713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70629-7116-7CAD-67EB-892D5ACFE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3D573-C417-40EA-4314-79108EF40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E52F795-17EB-4521-4A0B-2BDE79F1D8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477520"/>
          <a:ext cx="10515600" cy="5699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74358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8FBE0-C51F-91BF-AA6D-BA98DC687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histograms/PDFs to CDFs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46D5A-FFFE-2649-CE29-BE643AFDE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267" cy="4351338"/>
          </a:xfrm>
        </p:spPr>
        <p:txBody>
          <a:bodyPr/>
          <a:lstStyle/>
          <a:p>
            <a:r>
              <a:rPr lang="en-US" dirty="0"/>
              <a:t>Histograms and PDFs are useful when we done have many samples</a:t>
            </a:r>
          </a:p>
          <a:p>
            <a:endParaRPr lang="en-US" dirty="0"/>
          </a:p>
          <a:p>
            <a:r>
              <a:rPr lang="en-US" dirty="0"/>
              <a:t>We need CDFs to analyze large sample sets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8248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15EC6-FCED-AA84-9C7B-E3F5BB1AE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66445-EB97-6F78-EA45-1D9954DA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CAD34A8-7D94-7DFB-9720-FBBFDC197F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883920"/>
          <a:ext cx="10515600" cy="52930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49878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7F96C-8A88-BED8-2EFE-49566B517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376EE-0F94-979A-773E-01108E4F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4D9A36-3C51-9CEC-426E-9320C513B14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578068"/>
          <a:ext cx="10515600" cy="5754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45804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C7551-0E36-EA7C-EB84-52C66B49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D4B1D-E972-AAB6-6E0F-1816FF82B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DEBF7A0-435D-6A96-44FC-8CF1380717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880520"/>
          <a:ext cx="10515600" cy="5336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51402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A00B4-E8A9-C147-F270-0BDB2B8D1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8C47-6C2A-E79C-792D-DFC99B66D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7DEA21-C19E-B13A-D48E-A6438AAA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425976D-AAD1-FB6F-13DF-628313FD0A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880520"/>
          <a:ext cx="10515600" cy="5336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1357CA-B7FA-C9BE-EFCE-872CEE8BC08C}"/>
              </a:ext>
            </a:extLst>
          </p:cNvPr>
          <p:cNvCxnSpPr>
            <a:cxnSpLocks/>
          </p:cNvCxnSpPr>
          <p:nvPr/>
        </p:nvCxnSpPr>
        <p:spPr>
          <a:xfrm flipH="1">
            <a:off x="1854920" y="4059316"/>
            <a:ext cx="72291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3F291-92B3-77CC-8505-D8C3E77EEDAD}"/>
              </a:ext>
            </a:extLst>
          </p:cNvPr>
          <p:cNvCxnSpPr>
            <a:cxnSpLocks/>
          </p:cNvCxnSpPr>
          <p:nvPr/>
        </p:nvCxnSpPr>
        <p:spPr>
          <a:xfrm>
            <a:off x="2299150" y="3903675"/>
            <a:ext cx="0" cy="118641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786A17-3AE0-C945-1EBE-D31DCA7380DD}"/>
              </a:ext>
            </a:extLst>
          </p:cNvPr>
          <p:cNvCxnSpPr>
            <a:cxnSpLocks/>
          </p:cNvCxnSpPr>
          <p:nvPr/>
        </p:nvCxnSpPr>
        <p:spPr>
          <a:xfrm>
            <a:off x="1893832" y="4059316"/>
            <a:ext cx="0" cy="1030773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206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11D82-A021-1140-D3FB-3E3E1525D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DCDCD-09DE-4865-BFFC-C3D2F738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5070C-29DB-9298-9071-4D9FDA35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BEDB49E-1C7F-6000-86C7-6B239994CC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880520"/>
          <a:ext cx="10515600" cy="5336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DCD2CA1-FC7E-825F-600E-C35FBF6B6864}"/>
              </a:ext>
            </a:extLst>
          </p:cNvPr>
          <p:cNvCxnSpPr>
            <a:cxnSpLocks/>
          </p:cNvCxnSpPr>
          <p:nvPr/>
        </p:nvCxnSpPr>
        <p:spPr>
          <a:xfrm flipH="1">
            <a:off x="1854920" y="4059316"/>
            <a:ext cx="72291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3B30BF-E37F-922C-0007-17BF9FCFA617}"/>
              </a:ext>
            </a:extLst>
          </p:cNvPr>
          <p:cNvCxnSpPr>
            <a:cxnSpLocks/>
          </p:cNvCxnSpPr>
          <p:nvPr/>
        </p:nvCxnSpPr>
        <p:spPr>
          <a:xfrm>
            <a:off x="2299150" y="3903675"/>
            <a:ext cx="0" cy="118641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BD3730-5D44-D6F8-8ED9-9248460279FE}"/>
              </a:ext>
            </a:extLst>
          </p:cNvPr>
          <p:cNvCxnSpPr>
            <a:cxnSpLocks/>
          </p:cNvCxnSpPr>
          <p:nvPr/>
        </p:nvCxnSpPr>
        <p:spPr>
          <a:xfrm>
            <a:off x="1893832" y="4059316"/>
            <a:ext cx="0" cy="1030773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E09B7E-BDC9-40E5-C9A1-CEA1150DB190}"/>
              </a:ext>
            </a:extLst>
          </p:cNvPr>
          <p:cNvCxnSpPr>
            <a:cxnSpLocks/>
          </p:cNvCxnSpPr>
          <p:nvPr/>
        </p:nvCxnSpPr>
        <p:spPr>
          <a:xfrm>
            <a:off x="1906983" y="3297677"/>
            <a:ext cx="0" cy="485662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018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284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Histogram, PDF, CDF</vt:lpstr>
      <vt:lpstr>Histogram vs. PDF vs. CDF</vt:lpstr>
      <vt:lpstr>PowerPoint Presentation</vt:lpstr>
      <vt:lpstr>PowerPoint Presentation</vt:lpstr>
      <vt:lpstr>From histograms/PDFs to CDFs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Yoav Etsion</dc:creator>
  <cp:lastModifiedBy>Yoav Etsion</cp:lastModifiedBy>
  <cp:revision>1</cp:revision>
  <dcterms:created xsi:type="dcterms:W3CDTF">2025-11-06T14:39:33Z</dcterms:created>
  <dcterms:modified xsi:type="dcterms:W3CDTF">2026-04-19T16:46:04Z</dcterms:modified>
</cp:coreProperties>
</file>