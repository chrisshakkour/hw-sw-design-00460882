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84" r:id="rId4"/>
    <p:sldId id="360" r:id="rId5"/>
    <p:sldId id="260" r:id="rId6"/>
    <p:sldId id="281" r:id="rId7"/>
    <p:sldId id="262" r:id="rId8"/>
    <p:sldId id="263" r:id="rId9"/>
    <p:sldId id="257" r:id="rId10"/>
    <p:sldId id="282" r:id="rId11"/>
    <p:sldId id="264" r:id="rId12"/>
    <p:sldId id="283" r:id="rId13"/>
    <p:sldId id="266" r:id="rId14"/>
    <p:sldId id="267" r:id="rId15"/>
    <p:sldId id="268" r:id="rId16"/>
    <p:sldId id="269" r:id="rId17"/>
    <p:sldId id="270" r:id="rId18"/>
    <p:sldId id="271" r:id="rId19"/>
    <p:sldId id="272" r:id="rId20"/>
    <p:sldId id="274" r:id="rId21"/>
    <p:sldId id="273" r:id="rId22"/>
    <p:sldId id="275" r:id="rId23"/>
    <p:sldId id="276" r:id="rId24"/>
    <p:sldId id="277" r:id="rId25"/>
    <p:sldId id="278" r:id="rId26"/>
    <p:sldId id="279" r:id="rId27"/>
    <p:sldId id="280" r:id="rId28"/>
    <p:sldId id="261" r:id="rId2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152583-3690-74EA-A4B1-15012187E5A3}" name="Yoav Etsion" initials="YE" userId="S::yetsion@technion.ac.il::6817d923-c30e-4d6b-be87-a47c131a91a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C2360-B881-4589-A593-3742BBE115A3}" v="1" dt="2026-04-09T06:14:16.891"/>
    <p1510:client id="{E9BBF5B3-6B8E-4DC4-9B12-F127A5935094}" v="8" dt="2026-04-09T06:07:39.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had Eitan" userId="716374f3-60b9-4c87-b257-64bda1c08bcd" providerId="ADAL" clId="{C1006F5B-54CA-4EC1-B3AF-25E6B237354D}"/>
    <pc:docChg chg="undo custSel addSld delSld modSld">
      <pc:chgData name="Ohad Eitan" userId="716374f3-60b9-4c87-b257-64bda1c08bcd" providerId="ADAL" clId="{C1006F5B-54CA-4EC1-B3AF-25E6B237354D}" dt="2026-04-09T06:15:30.899" v="193" actId="5793"/>
      <pc:docMkLst>
        <pc:docMk/>
      </pc:docMkLst>
      <pc:sldChg chg="modSp mod">
        <pc:chgData name="Ohad Eitan" userId="716374f3-60b9-4c87-b257-64bda1c08bcd" providerId="ADAL" clId="{C1006F5B-54CA-4EC1-B3AF-25E6B237354D}" dt="2026-04-09T05:19:32.513" v="22" actId="20577"/>
        <pc:sldMkLst>
          <pc:docMk/>
          <pc:sldMk cId="3806134220" sldId="256"/>
        </pc:sldMkLst>
        <pc:spChg chg="mod">
          <ac:chgData name="Ohad Eitan" userId="716374f3-60b9-4c87-b257-64bda1c08bcd" providerId="ADAL" clId="{C1006F5B-54CA-4EC1-B3AF-25E6B237354D}" dt="2026-04-09T05:19:32.513" v="22" actId="20577"/>
          <ac:spMkLst>
            <pc:docMk/>
            <pc:sldMk cId="3806134220" sldId="256"/>
            <ac:spMk id="5" creationId="{F98EDDEE-620E-C6CB-D58F-342FB62E7ACB}"/>
          </ac:spMkLst>
        </pc:spChg>
      </pc:sldChg>
      <pc:sldChg chg="modSp mod">
        <pc:chgData name="Ohad Eitan" userId="716374f3-60b9-4c87-b257-64bda1c08bcd" providerId="ADAL" clId="{C1006F5B-54CA-4EC1-B3AF-25E6B237354D}" dt="2026-04-09T05:21:50.709" v="31" actId="5793"/>
        <pc:sldMkLst>
          <pc:docMk/>
          <pc:sldMk cId="4006848041" sldId="257"/>
        </pc:sldMkLst>
        <pc:spChg chg="mod">
          <ac:chgData name="Ohad Eitan" userId="716374f3-60b9-4c87-b257-64bda1c08bcd" providerId="ADAL" clId="{C1006F5B-54CA-4EC1-B3AF-25E6B237354D}" dt="2026-04-09T05:21:50.709" v="31" actId="5793"/>
          <ac:spMkLst>
            <pc:docMk/>
            <pc:sldMk cId="4006848041" sldId="257"/>
            <ac:spMk id="3" creationId="{22A1C31A-43A5-C202-168F-4994F607BF82}"/>
          </ac:spMkLst>
        </pc:spChg>
      </pc:sldChg>
      <pc:sldChg chg="del">
        <pc:chgData name="Ohad Eitan" userId="716374f3-60b9-4c87-b257-64bda1c08bcd" providerId="ADAL" clId="{C1006F5B-54CA-4EC1-B3AF-25E6B237354D}" dt="2026-04-09T05:25:39.547" v="61" actId="47"/>
        <pc:sldMkLst>
          <pc:docMk/>
          <pc:sldMk cId="4112474826" sldId="258"/>
        </pc:sldMkLst>
      </pc:sldChg>
      <pc:sldChg chg="modSp add mod">
        <pc:chgData name="Ohad Eitan" userId="716374f3-60b9-4c87-b257-64bda1c08bcd" providerId="ADAL" clId="{C1006F5B-54CA-4EC1-B3AF-25E6B237354D}" dt="2026-04-09T06:14:21.266" v="175" actId="5793"/>
        <pc:sldMkLst>
          <pc:docMk/>
          <pc:sldMk cId="853205843" sldId="259"/>
        </pc:sldMkLst>
        <pc:spChg chg="mod">
          <ac:chgData name="Ohad Eitan" userId="716374f3-60b9-4c87-b257-64bda1c08bcd" providerId="ADAL" clId="{C1006F5B-54CA-4EC1-B3AF-25E6B237354D}" dt="2026-04-09T06:14:21.266" v="175" actId="5793"/>
          <ac:spMkLst>
            <pc:docMk/>
            <pc:sldMk cId="853205843" sldId="259"/>
            <ac:spMk id="3" creationId="{6182F447-9A08-FB31-BBD7-E318582170E5}"/>
          </ac:spMkLst>
        </pc:spChg>
      </pc:sldChg>
      <pc:sldChg chg="modSp add mod">
        <pc:chgData name="Ohad Eitan" userId="716374f3-60b9-4c87-b257-64bda1c08bcd" providerId="ADAL" clId="{C1006F5B-54CA-4EC1-B3AF-25E6B237354D}" dt="2026-04-09T06:15:30.899" v="193" actId="5793"/>
        <pc:sldMkLst>
          <pc:docMk/>
          <pc:sldMk cId="1625721755" sldId="260"/>
        </pc:sldMkLst>
        <pc:spChg chg="mod">
          <ac:chgData name="Ohad Eitan" userId="716374f3-60b9-4c87-b257-64bda1c08bcd" providerId="ADAL" clId="{C1006F5B-54CA-4EC1-B3AF-25E6B237354D}" dt="2026-04-09T06:15:30.899" v="193" actId="5793"/>
          <ac:spMkLst>
            <pc:docMk/>
            <pc:sldMk cId="1625721755" sldId="260"/>
            <ac:spMk id="3" creationId="{BB5B5B65-593D-0AAA-D3FD-213BCC159EBC}"/>
          </ac:spMkLst>
        </pc:spChg>
      </pc:sldChg>
      <pc:sldChg chg="modSp mod">
        <pc:chgData name="Ohad Eitan" userId="716374f3-60b9-4c87-b257-64bda1c08bcd" providerId="ADAL" clId="{C1006F5B-54CA-4EC1-B3AF-25E6B237354D}" dt="2026-04-09T06:08:15.645" v="173" actId="6549"/>
        <pc:sldMkLst>
          <pc:docMk/>
          <pc:sldMk cId="3699013381" sldId="261"/>
        </pc:sldMkLst>
        <pc:spChg chg="mod">
          <ac:chgData name="Ohad Eitan" userId="716374f3-60b9-4c87-b257-64bda1c08bcd" providerId="ADAL" clId="{C1006F5B-54CA-4EC1-B3AF-25E6B237354D}" dt="2026-04-09T06:07:39.542" v="159"/>
          <ac:spMkLst>
            <pc:docMk/>
            <pc:sldMk cId="3699013381" sldId="261"/>
            <ac:spMk id="2" creationId="{8E154ED1-ED0F-CB23-1B63-599CA664A381}"/>
          </ac:spMkLst>
        </pc:spChg>
        <pc:spChg chg="mod">
          <ac:chgData name="Ohad Eitan" userId="716374f3-60b9-4c87-b257-64bda1c08bcd" providerId="ADAL" clId="{C1006F5B-54CA-4EC1-B3AF-25E6B237354D}" dt="2026-04-09T06:08:15.645" v="173" actId="6549"/>
          <ac:spMkLst>
            <pc:docMk/>
            <pc:sldMk cId="3699013381" sldId="261"/>
            <ac:spMk id="3" creationId="{D36C0DDA-DA25-6F40-4625-324FEBA701A4}"/>
          </ac:spMkLst>
        </pc:spChg>
      </pc:sldChg>
      <pc:sldChg chg="modSp mod">
        <pc:chgData name="Ohad Eitan" userId="716374f3-60b9-4c87-b257-64bda1c08bcd" providerId="ADAL" clId="{C1006F5B-54CA-4EC1-B3AF-25E6B237354D}" dt="2026-04-09T05:21:44.347" v="25" actId="5793"/>
        <pc:sldMkLst>
          <pc:docMk/>
          <pc:sldMk cId="2176645320" sldId="263"/>
        </pc:sldMkLst>
        <pc:spChg chg="mod">
          <ac:chgData name="Ohad Eitan" userId="716374f3-60b9-4c87-b257-64bda1c08bcd" providerId="ADAL" clId="{C1006F5B-54CA-4EC1-B3AF-25E6B237354D}" dt="2026-04-09T05:21:44.347" v="25" actId="5793"/>
          <ac:spMkLst>
            <pc:docMk/>
            <pc:sldMk cId="2176645320" sldId="263"/>
            <ac:spMk id="3" creationId="{D89F5780-3BE5-D942-5766-3A3DFE122EA8}"/>
          </ac:spMkLst>
        </pc:spChg>
      </pc:sldChg>
      <pc:sldChg chg="modSp mod">
        <pc:chgData name="Ohad Eitan" userId="716374f3-60b9-4c87-b257-64bda1c08bcd" providerId="ADAL" clId="{C1006F5B-54CA-4EC1-B3AF-25E6B237354D}" dt="2026-04-09T05:25:48.993" v="64" actId="5793"/>
        <pc:sldMkLst>
          <pc:docMk/>
          <pc:sldMk cId="4228357447" sldId="264"/>
        </pc:sldMkLst>
        <pc:spChg chg="mod">
          <ac:chgData name="Ohad Eitan" userId="716374f3-60b9-4c87-b257-64bda1c08bcd" providerId="ADAL" clId="{C1006F5B-54CA-4EC1-B3AF-25E6B237354D}" dt="2026-04-09T05:25:48.993" v="64" actId="5793"/>
          <ac:spMkLst>
            <pc:docMk/>
            <pc:sldMk cId="4228357447" sldId="264"/>
            <ac:spMk id="3" creationId="{89E330B2-CF69-1C0C-BAF0-71E3DC64A3D7}"/>
          </ac:spMkLst>
        </pc:spChg>
      </pc:sldChg>
      <pc:sldChg chg="del">
        <pc:chgData name="Ohad Eitan" userId="716374f3-60b9-4c87-b257-64bda1c08bcd" providerId="ADAL" clId="{C1006F5B-54CA-4EC1-B3AF-25E6B237354D}" dt="2026-04-09T05:26:42.178" v="77" actId="47"/>
        <pc:sldMkLst>
          <pc:docMk/>
          <pc:sldMk cId="3744663680" sldId="265"/>
        </pc:sldMkLst>
      </pc:sldChg>
      <pc:sldChg chg="modSp mod">
        <pc:chgData name="Ohad Eitan" userId="716374f3-60b9-4c87-b257-64bda1c08bcd" providerId="ADAL" clId="{C1006F5B-54CA-4EC1-B3AF-25E6B237354D}" dt="2026-04-09T05:27:01.345" v="81" actId="5793"/>
        <pc:sldMkLst>
          <pc:docMk/>
          <pc:sldMk cId="2856220896" sldId="266"/>
        </pc:sldMkLst>
        <pc:spChg chg="mod">
          <ac:chgData name="Ohad Eitan" userId="716374f3-60b9-4c87-b257-64bda1c08bcd" providerId="ADAL" clId="{C1006F5B-54CA-4EC1-B3AF-25E6B237354D}" dt="2026-04-09T05:27:01.345" v="81" actId="5793"/>
          <ac:spMkLst>
            <pc:docMk/>
            <pc:sldMk cId="2856220896" sldId="266"/>
            <ac:spMk id="3" creationId="{5E8847B8-2918-3E61-7DBC-C717A361737A}"/>
          </ac:spMkLst>
        </pc:spChg>
      </pc:sldChg>
      <pc:sldChg chg="modSp mod">
        <pc:chgData name="Ohad Eitan" userId="716374f3-60b9-4c87-b257-64bda1c08bcd" providerId="ADAL" clId="{C1006F5B-54CA-4EC1-B3AF-25E6B237354D}" dt="2026-04-09T05:27:15.869" v="83" actId="113"/>
        <pc:sldMkLst>
          <pc:docMk/>
          <pc:sldMk cId="2103830187" sldId="267"/>
        </pc:sldMkLst>
        <pc:spChg chg="mod">
          <ac:chgData name="Ohad Eitan" userId="716374f3-60b9-4c87-b257-64bda1c08bcd" providerId="ADAL" clId="{C1006F5B-54CA-4EC1-B3AF-25E6B237354D}" dt="2026-04-09T05:27:15.869" v="83" actId="113"/>
          <ac:spMkLst>
            <pc:docMk/>
            <pc:sldMk cId="2103830187" sldId="267"/>
            <ac:spMk id="2" creationId="{53EB0F94-C727-319A-99BA-C0BB3508BE8F}"/>
          </ac:spMkLst>
        </pc:spChg>
        <pc:spChg chg="mod">
          <ac:chgData name="Ohad Eitan" userId="716374f3-60b9-4c87-b257-64bda1c08bcd" providerId="ADAL" clId="{C1006F5B-54CA-4EC1-B3AF-25E6B237354D}" dt="2026-04-09T05:27:09.309" v="82" actId="5793"/>
          <ac:spMkLst>
            <pc:docMk/>
            <pc:sldMk cId="2103830187" sldId="267"/>
            <ac:spMk id="3" creationId="{168CBF89-F79D-56F2-479D-EE05CC0A3400}"/>
          </ac:spMkLst>
        </pc:spChg>
      </pc:sldChg>
      <pc:sldChg chg="modSp mod">
        <pc:chgData name="Ohad Eitan" userId="716374f3-60b9-4c87-b257-64bda1c08bcd" providerId="ADAL" clId="{C1006F5B-54CA-4EC1-B3AF-25E6B237354D}" dt="2026-04-09T05:27:24.340" v="85" actId="5793"/>
        <pc:sldMkLst>
          <pc:docMk/>
          <pc:sldMk cId="358214286" sldId="268"/>
        </pc:sldMkLst>
        <pc:spChg chg="mod">
          <ac:chgData name="Ohad Eitan" userId="716374f3-60b9-4c87-b257-64bda1c08bcd" providerId="ADAL" clId="{C1006F5B-54CA-4EC1-B3AF-25E6B237354D}" dt="2026-04-09T05:27:24.340" v="85" actId="5793"/>
          <ac:spMkLst>
            <pc:docMk/>
            <pc:sldMk cId="358214286" sldId="268"/>
            <ac:spMk id="3" creationId="{E4D35F01-58D7-5A7B-BDD7-815A4C01D2BA}"/>
          </ac:spMkLst>
        </pc:spChg>
      </pc:sldChg>
      <pc:sldChg chg="modSp mod">
        <pc:chgData name="Ohad Eitan" userId="716374f3-60b9-4c87-b257-64bda1c08bcd" providerId="ADAL" clId="{C1006F5B-54CA-4EC1-B3AF-25E6B237354D}" dt="2026-04-09T05:27:54.490" v="92" actId="5793"/>
        <pc:sldMkLst>
          <pc:docMk/>
          <pc:sldMk cId="1443807345" sldId="269"/>
        </pc:sldMkLst>
        <pc:spChg chg="mod">
          <ac:chgData name="Ohad Eitan" userId="716374f3-60b9-4c87-b257-64bda1c08bcd" providerId="ADAL" clId="{C1006F5B-54CA-4EC1-B3AF-25E6B237354D}" dt="2026-04-09T05:27:54.490" v="92" actId="5793"/>
          <ac:spMkLst>
            <pc:docMk/>
            <pc:sldMk cId="1443807345" sldId="269"/>
            <ac:spMk id="3" creationId="{A1CEB1C2-A07D-06E4-4541-6C72BFC84D9A}"/>
          </ac:spMkLst>
        </pc:spChg>
      </pc:sldChg>
      <pc:sldChg chg="modSp mod">
        <pc:chgData name="Ohad Eitan" userId="716374f3-60b9-4c87-b257-64bda1c08bcd" providerId="ADAL" clId="{C1006F5B-54CA-4EC1-B3AF-25E6B237354D}" dt="2026-04-09T05:28:34.187" v="100" actId="20577"/>
        <pc:sldMkLst>
          <pc:docMk/>
          <pc:sldMk cId="426371960" sldId="270"/>
        </pc:sldMkLst>
        <pc:spChg chg="mod">
          <ac:chgData name="Ohad Eitan" userId="716374f3-60b9-4c87-b257-64bda1c08bcd" providerId="ADAL" clId="{C1006F5B-54CA-4EC1-B3AF-25E6B237354D}" dt="2026-04-09T05:28:34.187" v="100" actId="20577"/>
          <ac:spMkLst>
            <pc:docMk/>
            <pc:sldMk cId="426371960" sldId="270"/>
            <ac:spMk id="3" creationId="{E2A509A4-41D7-B989-4A9B-8237F3FDEA27}"/>
          </ac:spMkLst>
        </pc:spChg>
      </pc:sldChg>
      <pc:sldChg chg="modSp mod">
        <pc:chgData name="Ohad Eitan" userId="716374f3-60b9-4c87-b257-64bda1c08bcd" providerId="ADAL" clId="{C1006F5B-54CA-4EC1-B3AF-25E6B237354D}" dt="2026-04-09T05:35:08.279" v="107" actId="1076"/>
        <pc:sldMkLst>
          <pc:docMk/>
          <pc:sldMk cId="1480057228" sldId="272"/>
        </pc:sldMkLst>
        <pc:spChg chg="mod">
          <ac:chgData name="Ohad Eitan" userId="716374f3-60b9-4c87-b257-64bda1c08bcd" providerId="ADAL" clId="{C1006F5B-54CA-4EC1-B3AF-25E6B237354D}" dt="2026-04-09T05:35:00.945" v="104" actId="20577"/>
          <ac:spMkLst>
            <pc:docMk/>
            <pc:sldMk cId="1480057228" sldId="272"/>
            <ac:spMk id="3" creationId="{43C28FD3-E7AD-239E-2638-A298B403A8DE}"/>
          </ac:spMkLst>
        </pc:spChg>
        <pc:picChg chg="mod">
          <ac:chgData name="Ohad Eitan" userId="716374f3-60b9-4c87-b257-64bda1c08bcd" providerId="ADAL" clId="{C1006F5B-54CA-4EC1-B3AF-25E6B237354D}" dt="2026-04-09T05:35:08.279" v="107" actId="1076"/>
          <ac:picMkLst>
            <pc:docMk/>
            <pc:sldMk cId="1480057228" sldId="272"/>
            <ac:picMk id="8" creationId="{88952DE7-D01D-C095-A7B4-E434A03A63AA}"/>
          </ac:picMkLst>
        </pc:picChg>
      </pc:sldChg>
      <pc:sldChg chg="modSp mod">
        <pc:chgData name="Ohad Eitan" userId="716374f3-60b9-4c87-b257-64bda1c08bcd" providerId="ADAL" clId="{C1006F5B-54CA-4EC1-B3AF-25E6B237354D}" dt="2026-04-09T05:37:35.256" v="135"/>
        <pc:sldMkLst>
          <pc:docMk/>
          <pc:sldMk cId="1661933986" sldId="273"/>
        </pc:sldMkLst>
        <pc:spChg chg="mod">
          <ac:chgData name="Ohad Eitan" userId="716374f3-60b9-4c87-b257-64bda1c08bcd" providerId="ADAL" clId="{C1006F5B-54CA-4EC1-B3AF-25E6B237354D}" dt="2026-04-09T05:36:55.554" v="133" actId="5793"/>
          <ac:spMkLst>
            <pc:docMk/>
            <pc:sldMk cId="1661933986" sldId="273"/>
            <ac:spMk id="3" creationId="{30774026-BE78-3C62-48B5-4C94AFB2BD0C}"/>
          </ac:spMkLst>
        </pc:spChg>
        <pc:spChg chg="mod">
          <ac:chgData name="Ohad Eitan" userId="716374f3-60b9-4c87-b257-64bda1c08bcd" providerId="ADAL" clId="{C1006F5B-54CA-4EC1-B3AF-25E6B237354D}" dt="2026-04-09T05:37:35.256" v="135"/>
          <ac:spMkLst>
            <pc:docMk/>
            <pc:sldMk cId="1661933986" sldId="273"/>
            <ac:spMk id="8" creationId="{7C5982CC-29DB-F4FD-B7F2-1941F444FA2C}"/>
          </ac:spMkLst>
        </pc:spChg>
      </pc:sldChg>
      <pc:sldChg chg="modSp mod">
        <pc:chgData name="Ohad Eitan" userId="716374f3-60b9-4c87-b257-64bda1c08bcd" providerId="ADAL" clId="{C1006F5B-54CA-4EC1-B3AF-25E6B237354D}" dt="2026-04-09T05:36:42.665" v="132" actId="6549"/>
        <pc:sldMkLst>
          <pc:docMk/>
          <pc:sldMk cId="1349248846" sldId="274"/>
        </pc:sldMkLst>
        <pc:spChg chg="mod">
          <ac:chgData name="Ohad Eitan" userId="716374f3-60b9-4c87-b257-64bda1c08bcd" providerId="ADAL" clId="{C1006F5B-54CA-4EC1-B3AF-25E6B237354D}" dt="2026-04-09T05:36:42.665" v="132" actId="6549"/>
          <ac:spMkLst>
            <pc:docMk/>
            <pc:sldMk cId="1349248846" sldId="274"/>
            <ac:spMk id="3" creationId="{15BE601C-A663-E9DC-0AD3-89209F79F231}"/>
          </ac:spMkLst>
        </pc:spChg>
      </pc:sldChg>
      <pc:sldChg chg="modSp mod">
        <pc:chgData name="Ohad Eitan" userId="716374f3-60b9-4c87-b257-64bda1c08bcd" providerId="ADAL" clId="{C1006F5B-54CA-4EC1-B3AF-25E6B237354D}" dt="2026-04-09T05:38:16.802" v="144" actId="6549"/>
        <pc:sldMkLst>
          <pc:docMk/>
          <pc:sldMk cId="3029410911" sldId="275"/>
        </pc:sldMkLst>
        <pc:spChg chg="mod">
          <ac:chgData name="Ohad Eitan" userId="716374f3-60b9-4c87-b257-64bda1c08bcd" providerId="ADAL" clId="{C1006F5B-54CA-4EC1-B3AF-25E6B237354D}" dt="2026-04-09T05:38:16.802" v="144" actId="6549"/>
          <ac:spMkLst>
            <pc:docMk/>
            <pc:sldMk cId="3029410911" sldId="275"/>
            <ac:spMk id="3" creationId="{E924186C-CFE7-C653-29BE-FDB3517A68BD}"/>
          </ac:spMkLst>
        </pc:spChg>
      </pc:sldChg>
      <pc:sldChg chg="modSp mod">
        <pc:chgData name="Ohad Eitan" userId="716374f3-60b9-4c87-b257-64bda1c08bcd" providerId="ADAL" clId="{C1006F5B-54CA-4EC1-B3AF-25E6B237354D}" dt="2026-04-09T05:40:32.376" v="145" actId="5793"/>
        <pc:sldMkLst>
          <pc:docMk/>
          <pc:sldMk cId="3376322584" sldId="276"/>
        </pc:sldMkLst>
        <pc:spChg chg="mod">
          <ac:chgData name="Ohad Eitan" userId="716374f3-60b9-4c87-b257-64bda1c08bcd" providerId="ADAL" clId="{C1006F5B-54CA-4EC1-B3AF-25E6B237354D}" dt="2026-04-09T05:40:32.376" v="145" actId="5793"/>
          <ac:spMkLst>
            <pc:docMk/>
            <pc:sldMk cId="3376322584" sldId="276"/>
            <ac:spMk id="3" creationId="{84B65941-F2F4-AA1B-7AAC-70C0890CCBB0}"/>
          </ac:spMkLst>
        </pc:spChg>
      </pc:sldChg>
      <pc:sldChg chg="modSp mod">
        <pc:chgData name="Ohad Eitan" userId="716374f3-60b9-4c87-b257-64bda1c08bcd" providerId="ADAL" clId="{C1006F5B-54CA-4EC1-B3AF-25E6B237354D}" dt="2026-04-09T05:41:31.591" v="153" actId="6549"/>
        <pc:sldMkLst>
          <pc:docMk/>
          <pc:sldMk cId="3848734955" sldId="277"/>
        </pc:sldMkLst>
        <pc:spChg chg="mod">
          <ac:chgData name="Ohad Eitan" userId="716374f3-60b9-4c87-b257-64bda1c08bcd" providerId="ADAL" clId="{C1006F5B-54CA-4EC1-B3AF-25E6B237354D}" dt="2026-04-09T05:41:31.591" v="153" actId="6549"/>
          <ac:spMkLst>
            <pc:docMk/>
            <pc:sldMk cId="3848734955" sldId="277"/>
            <ac:spMk id="3" creationId="{F3118455-0E92-B2DD-8A5F-E6AA527C77E9}"/>
          </ac:spMkLst>
        </pc:spChg>
      </pc:sldChg>
      <pc:sldChg chg="modSp mod">
        <pc:chgData name="Ohad Eitan" userId="716374f3-60b9-4c87-b257-64bda1c08bcd" providerId="ADAL" clId="{C1006F5B-54CA-4EC1-B3AF-25E6B237354D}" dt="2026-04-09T05:41:54.160" v="157" actId="313"/>
        <pc:sldMkLst>
          <pc:docMk/>
          <pc:sldMk cId="1120749237" sldId="278"/>
        </pc:sldMkLst>
        <pc:spChg chg="mod">
          <ac:chgData name="Ohad Eitan" userId="716374f3-60b9-4c87-b257-64bda1c08bcd" providerId="ADAL" clId="{C1006F5B-54CA-4EC1-B3AF-25E6B237354D}" dt="2026-04-09T05:41:54.160" v="157" actId="313"/>
          <ac:spMkLst>
            <pc:docMk/>
            <pc:sldMk cId="1120749237" sldId="278"/>
            <ac:spMk id="3" creationId="{F62247F0-0E84-4DF4-9919-B735CA2878EA}"/>
          </ac:spMkLst>
        </pc:spChg>
      </pc:sldChg>
      <pc:sldChg chg="modSp mod">
        <pc:chgData name="Ohad Eitan" userId="716374f3-60b9-4c87-b257-64bda1c08bcd" providerId="ADAL" clId="{C1006F5B-54CA-4EC1-B3AF-25E6B237354D}" dt="2026-04-09T05:42:07.105" v="158" actId="5793"/>
        <pc:sldMkLst>
          <pc:docMk/>
          <pc:sldMk cId="1489613809" sldId="279"/>
        </pc:sldMkLst>
        <pc:spChg chg="mod">
          <ac:chgData name="Ohad Eitan" userId="716374f3-60b9-4c87-b257-64bda1c08bcd" providerId="ADAL" clId="{C1006F5B-54CA-4EC1-B3AF-25E6B237354D}" dt="2026-04-09T05:42:07.105" v="158" actId="5793"/>
          <ac:spMkLst>
            <pc:docMk/>
            <pc:sldMk cId="1489613809" sldId="279"/>
            <ac:spMk id="3" creationId="{06E4A172-AB46-A01B-6AC0-A935F6DAF105}"/>
          </ac:spMkLst>
        </pc:spChg>
      </pc:sldChg>
      <pc:sldChg chg="modSp new mod">
        <pc:chgData name="Ohad Eitan" userId="716374f3-60b9-4c87-b257-64bda1c08bcd" providerId="ADAL" clId="{C1006F5B-54CA-4EC1-B3AF-25E6B237354D}" dt="2026-04-09T05:26:07.422" v="66" actId="113"/>
        <pc:sldMkLst>
          <pc:docMk/>
          <pc:sldMk cId="3970496319" sldId="282"/>
        </pc:sldMkLst>
        <pc:spChg chg="mod">
          <ac:chgData name="Ohad Eitan" userId="716374f3-60b9-4c87-b257-64bda1c08bcd" providerId="ADAL" clId="{C1006F5B-54CA-4EC1-B3AF-25E6B237354D}" dt="2026-04-09T05:26:07.422" v="66" actId="113"/>
          <ac:spMkLst>
            <pc:docMk/>
            <pc:sldMk cId="3970496319" sldId="282"/>
            <ac:spMk id="2" creationId="{1B8D9952-C174-40B8-DD9F-369871C7BB8D}"/>
          </ac:spMkLst>
        </pc:spChg>
        <pc:spChg chg="mod">
          <ac:chgData name="Ohad Eitan" userId="716374f3-60b9-4c87-b257-64bda1c08bcd" providerId="ADAL" clId="{C1006F5B-54CA-4EC1-B3AF-25E6B237354D}" dt="2026-04-09T05:25:34.746" v="60" actId="5793"/>
          <ac:spMkLst>
            <pc:docMk/>
            <pc:sldMk cId="3970496319" sldId="282"/>
            <ac:spMk id="3" creationId="{7C2AE45A-BAD2-F349-9C8C-81895C3403E1}"/>
          </ac:spMkLst>
        </pc:spChg>
      </pc:sldChg>
      <pc:sldChg chg="modSp add mod">
        <pc:chgData name="Ohad Eitan" userId="716374f3-60b9-4c87-b257-64bda1c08bcd" providerId="ADAL" clId="{C1006F5B-54CA-4EC1-B3AF-25E6B237354D}" dt="2026-04-09T05:26:37.947" v="76" actId="5793"/>
        <pc:sldMkLst>
          <pc:docMk/>
          <pc:sldMk cId="4091789476" sldId="283"/>
        </pc:sldMkLst>
        <pc:spChg chg="mod">
          <ac:chgData name="Ohad Eitan" userId="716374f3-60b9-4c87-b257-64bda1c08bcd" providerId="ADAL" clId="{C1006F5B-54CA-4EC1-B3AF-25E6B237354D}" dt="2026-04-09T05:26:20.174" v="69" actId="113"/>
          <ac:spMkLst>
            <pc:docMk/>
            <pc:sldMk cId="4091789476" sldId="283"/>
            <ac:spMk id="2" creationId="{8296CAF4-C61B-DB5E-37AA-AFD862E97557}"/>
          </ac:spMkLst>
        </pc:spChg>
        <pc:spChg chg="mod">
          <ac:chgData name="Ohad Eitan" userId="716374f3-60b9-4c87-b257-64bda1c08bcd" providerId="ADAL" clId="{C1006F5B-54CA-4EC1-B3AF-25E6B237354D}" dt="2026-04-09T05:26:37.947" v="76" actId="5793"/>
          <ac:spMkLst>
            <pc:docMk/>
            <pc:sldMk cId="4091789476" sldId="283"/>
            <ac:spMk id="3" creationId="{D8FA487D-4592-7419-2076-4CD411685022}"/>
          </ac:spMkLst>
        </pc:spChg>
      </pc:sldChg>
      <pc:sldChg chg="modSp add mod modCm">
        <pc:chgData name="Ohad Eitan" userId="716374f3-60b9-4c87-b257-64bda1c08bcd" providerId="ADAL" clId="{C1006F5B-54CA-4EC1-B3AF-25E6B237354D}" dt="2026-04-09T06:15:12.187" v="190" actId="20577"/>
        <pc:sldMkLst>
          <pc:docMk/>
          <pc:sldMk cId="482028995" sldId="284"/>
        </pc:sldMkLst>
        <pc:spChg chg="mod">
          <ac:chgData name="Ohad Eitan" userId="716374f3-60b9-4c87-b257-64bda1c08bcd" providerId="ADAL" clId="{C1006F5B-54CA-4EC1-B3AF-25E6B237354D}" dt="2026-04-09T06:15:12.187" v="190" actId="20577"/>
          <ac:spMkLst>
            <pc:docMk/>
            <pc:sldMk cId="482028995" sldId="284"/>
            <ac:spMk id="3" creationId="{AF77D494-AAD0-DE08-5C02-6BE19BAED66D}"/>
          </ac:spMkLst>
        </pc:spChg>
        <pc:extLst>
          <p:ext xmlns:p="http://schemas.openxmlformats.org/presentationml/2006/main" uri="{D6D511B9-2390-475A-947B-AFAB55BFBCF1}">
            <pc226:cmChg xmlns:pc226="http://schemas.microsoft.com/office/powerpoint/2022/06/main/command" chg="mod">
              <pc226:chgData name="Ohad Eitan" userId="716374f3-60b9-4c87-b257-64bda1c08bcd" providerId="ADAL" clId="{C1006F5B-54CA-4EC1-B3AF-25E6B237354D}" dt="2026-04-09T06:15:12.187" v="190" actId="20577"/>
              <pc2:cmMkLst xmlns:pc2="http://schemas.microsoft.com/office/powerpoint/2019/9/main/command">
                <pc:docMk/>
                <pc:sldMk cId="482028995" sldId="284"/>
                <pc2:cmMk id="{5DDB3822-7FB7-4F12-B83A-E75242E4DF58}"/>
              </pc2:cmMkLst>
            </pc226:cmChg>
          </p:ext>
        </pc:extLst>
      </pc:sldChg>
      <pc:sldChg chg="add">
        <pc:chgData name="Ohad Eitan" userId="716374f3-60b9-4c87-b257-64bda1c08bcd" providerId="ADAL" clId="{C1006F5B-54CA-4EC1-B3AF-25E6B237354D}" dt="2026-04-09T06:14:16.865" v="174"/>
        <pc:sldMkLst>
          <pc:docMk/>
          <pc:sldMk cId="1444722490" sldId="3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AAB9-72F4-622B-99FB-6C1765B175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EAE32113-336D-B114-0121-12779A659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F3F777A6-0AD2-A4C2-F297-66004999AF7F}"/>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413DD643-A61F-E175-EE53-75D39768804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D0DF4D86-542C-5733-70FF-180E6C7D9D01}"/>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413060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6EB5E-5F71-176E-5CB0-B539B1E91B4F}"/>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B361E76D-9898-D104-15F7-8EF2BEF623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5B14D95-693B-C091-7687-864B515EB7AD}"/>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8CC91711-2DC2-95F6-072B-06C4EBF679C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BC70798-B245-4811-51DD-FABF06CEA51F}"/>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576319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A232D-2AED-341A-34EE-2B71881F9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FC567CE4-774F-D6D2-82ED-C6D405DBA6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953D89-40CF-783C-3B5E-1A517F4FF6CC}"/>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2C86454F-327E-C5C2-4272-24558638036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D1199E2E-E28E-68E7-511D-DD95D13E8A7D}"/>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3629334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32B0C-D3BD-E7A1-EE73-263897DBC900}"/>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3E963390-8F09-5CD0-6C97-1C32E09BDE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7B8FB256-DA71-D68B-60AC-4DB925976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4ABD29B2-4C4A-0B71-D44C-AAEBC65956AB}"/>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6" name="Footer Placeholder 5">
            <a:extLst>
              <a:ext uri="{FF2B5EF4-FFF2-40B4-BE49-F238E27FC236}">
                <a16:creationId xmlns:a16="http://schemas.microsoft.com/office/drawing/2014/main" id="{46B52BEE-C938-05B5-5B8C-8ADB7519171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12F7A0D-A750-A192-16E6-7C0A954197FF}"/>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3640614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A79FC-36A6-1E7B-BCA3-F137C69E061A}"/>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64B080C4-DFBD-F3E3-E89C-02AB9F22DC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5044EE-5E4B-1551-50D5-81B074C519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9B131E16-1D2D-D390-1C62-5D7462C1EA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25F2E5-A54E-77D2-A1AA-F638BB1F14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6CC375B9-AF12-980D-A0CD-1DB1E77B6A96}"/>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8" name="Footer Placeholder 7">
            <a:extLst>
              <a:ext uri="{FF2B5EF4-FFF2-40B4-BE49-F238E27FC236}">
                <a16:creationId xmlns:a16="http://schemas.microsoft.com/office/drawing/2014/main" id="{628FDC2D-A2BB-D6C3-1123-EE0CB90F62FE}"/>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BBFC55FF-D353-AF08-BB8D-2BF24B2246CB}"/>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2871553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CC52-EFFC-D089-FDBB-FE5B6BF2325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D02A581A-7A17-8598-1D2B-52354819FFC3}"/>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4" name="Footer Placeholder 3">
            <a:extLst>
              <a:ext uri="{FF2B5EF4-FFF2-40B4-BE49-F238E27FC236}">
                <a16:creationId xmlns:a16="http://schemas.microsoft.com/office/drawing/2014/main" id="{3F645212-9431-28D6-8E1C-5102C5D865FF}"/>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E3D8F561-0B56-441F-16E6-7BE9214D316A}"/>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179813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AE3728-1DB1-540C-7EC1-44A648945566}"/>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3" name="Footer Placeholder 2">
            <a:extLst>
              <a:ext uri="{FF2B5EF4-FFF2-40B4-BE49-F238E27FC236}">
                <a16:creationId xmlns:a16="http://schemas.microsoft.com/office/drawing/2014/main" id="{5F20C5B5-DC2D-1CAB-5C7F-E7AF2B2D58B3}"/>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DD31FE0E-2A21-3F0C-9DF3-8B44AEEA24D4}"/>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46756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E78E-5715-F074-7AD5-99BFF8E279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46440642-BC75-7772-A6D6-D55AFFB1D6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9B1A45F6-2F8C-3608-57CD-5046F7343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CD9BC0-EE5B-13FC-BC9F-D02F1CF346D9}"/>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6" name="Footer Placeholder 5">
            <a:extLst>
              <a:ext uri="{FF2B5EF4-FFF2-40B4-BE49-F238E27FC236}">
                <a16:creationId xmlns:a16="http://schemas.microsoft.com/office/drawing/2014/main" id="{5E6F93DD-3683-6B38-E775-A6A3ABF1C2D4}"/>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EC2996F-32FA-6C63-64A4-0049492FC152}"/>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603130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94C75-5E59-8F1E-D012-3796400D67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21814A8-AFB4-E525-9802-BC91FC6043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40CE88C3-2517-06CD-5A3F-7D841798A3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38298-F59B-CE76-7C66-203DF9BA4B9E}"/>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6" name="Footer Placeholder 5">
            <a:extLst>
              <a:ext uri="{FF2B5EF4-FFF2-40B4-BE49-F238E27FC236}">
                <a16:creationId xmlns:a16="http://schemas.microsoft.com/office/drawing/2014/main" id="{AF483C74-FF7C-22D0-9B4F-B8AFD0C9380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1D979DE7-4AB5-5BE5-5A4B-471A75B3FC7A}"/>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410365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74BC-8818-E87F-918F-7D3CB944CB34}"/>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F5E4504F-C7C8-63D0-4DB4-AC81D8DD15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2A09F09-74AA-880C-F7B5-1164FB4F5FFD}"/>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DCDC2EE3-3AA1-4A45-F52F-AC834769A81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EA75205-2855-059E-342B-B659615AB861}"/>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122173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BD8276-4698-5CDD-2892-DFDBC0917D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8E949078-B6C4-93DC-2D34-DE0E8FC1CB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384F7EC-C11C-6674-F060-D17DB0BDC546}"/>
              </a:ext>
            </a:extLst>
          </p:cNvPr>
          <p:cNvSpPr>
            <a:spLocks noGrp="1"/>
          </p:cNvSpPr>
          <p:nvPr>
            <p:ph type="dt" sz="half" idx="10"/>
          </p:nvPr>
        </p:nvSpPr>
        <p:spPr/>
        <p:txBody>
          <a:body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890BE236-B324-35FF-2845-C05AA1455B0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C9D9E89-9F1C-EE72-4F90-4DF9D8116A49}"/>
              </a:ext>
            </a:extLst>
          </p:cNvPr>
          <p:cNvSpPr>
            <a:spLocks noGrp="1"/>
          </p:cNvSpPr>
          <p:nvPr>
            <p:ph type="sldNum" sz="quarter" idx="12"/>
          </p:nvPr>
        </p:nvSpPr>
        <p:spPr/>
        <p:txBody>
          <a:bodyPr/>
          <a:lstStyle/>
          <a:p>
            <a:fld id="{D29D4EBD-610D-4CAC-88D3-A52E6E4F1491}" type="slidenum">
              <a:rPr lang="he-IL" smtClean="0"/>
              <a:t>‹#›</a:t>
            </a:fld>
            <a:endParaRPr lang="he-IL"/>
          </a:p>
        </p:txBody>
      </p:sp>
    </p:spTree>
    <p:extLst>
      <p:ext uri="{BB962C8B-B14F-4D97-AF65-F5344CB8AC3E}">
        <p14:creationId xmlns:p14="http://schemas.microsoft.com/office/powerpoint/2010/main" val="2881571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1F04C7-207A-844A-2E3F-B05CD80E5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28D1B28A-3AF1-452D-73EF-2EE305B11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DFF70F5-8B6F-B536-F82A-506DA289E6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DDE00E-C0D4-442B-80F8-EC9C1410A109}" type="datetimeFigureOut">
              <a:rPr lang="he-IL" smtClean="0"/>
              <a:t>כ"ב/ניסן/תשפ"ו</a:t>
            </a:fld>
            <a:endParaRPr lang="he-IL"/>
          </a:p>
        </p:txBody>
      </p:sp>
      <p:sp>
        <p:nvSpPr>
          <p:cNvPr id="5" name="Footer Placeholder 4">
            <a:extLst>
              <a:ext uri="{FF2B5EF4-FFF2-40B4-BE49-F238E27FC236}">
                <a16:creationId xmlns:a16="http://schemas.microsoft.com/office/drawing/2014/main" id="{9ED88BAB-1104-3E6D-53A8-5D9946A70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63F50E71-9889-25E3-B058-1B51895705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9D4EBD-610D-4CAC-88D3-A52E6E4F1491}" type="slidenum">
              <a:rPr lang="he-IL" smtClean="0"/>
              <a:t>‹#›</a:t>
            </a:fld>
            <a:endParaRPr lang="he-IL"/>
          </a:p>
        </p:txBody>
      </p:sp>
    </p:spTree>
    <p:extLst>
      <p:ext uri="{BB962C8B-B14F-4D97-AF65-F5344CB8AC3E}">
        <p14:creationId xmlns:p14="http://schemas.microsoft.com/office/powerpoint/2010/main" val="2341900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brendangregg.com/perf.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CAE6690-A431-6CBC-F9D3-C8F109529F80}"/>
              </a:ext>
            </a:extLst>
          </p:cNvPr>
          <p:cNvSpPr>
            <a:spLocks noGrp="1"/>
          </p:cNvSpPr>
          <p:nvPr>
            <p:ph type="subTitle" idx="1"/>
          </p:nvPr>
        </p:nvSpPr>
        <p:spPr/>
        <p:txBody>
          <a:bodyPr>
            <a:normAutofit lnSpcReduction="10000"/>
          </a:bodyPr>
          <a:lstStyle/>
          <a:p>
            <a:endParaRPr lang="en-US" dirty="0"/>
          </a:p>
          <a:p>
            <a:endParaRPr lang="en-US" dirty="0"/>
          </a:p>
          <a:p>
            <a:endParaRPr lang="en-US" dirty="0"/>
          </a:p>
          <a:p>
            <a:r>
              <a:rPr lang="he-IL" dirty="0"/>
              <a:t>אוהד איתן</a:t>
            </a:r>
          </a:p>
        </p:txBody>
      </p:sp>
      <p:sp>
        <p:nvSpPr>
          <p:cNvPr id="5" name="Rectangle 2">
            <a:extLst>
              <a:ext uri="{FF2B5EF4-FFF2-40B4-BE49-F238E27FC236}">
                <a16:creationId xmlns:a16="http://schemas.microsoft.com/office/drawing/2014/main" id="{F98EDDEE-620E-C6CB-D58F-342FB62E7ACB}"/>
              </a:ext>
            </a:extLst>
          </p:cNvPr>
          <p:cNvSpPr>
            <a:spLocks noGrp="1" noChangeArrowheads="1"/>
          </p:cNvSpPr>
          <p:nvPr>
            <p:ph type="ctrTitle"/>
          </p:nvPr>
        </p:nvSpPr>
        <p:spPr bwMode="auto">
          <a:xfrm>
            <a:off x="1442357" y="966788"/>
            <a:ext cx="9307286" cy="28315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1" eaLnBrk="0" fontAlgn="base" latinLnBrk="0" hangingPunct="0">
              <a:lnSpc>
                <a:spcPct val="100000"/>
              </a:lnSpc>
              <a:spcBef>
                <a:spcPct val="0"/>
              </a:spcBef>
              <a:spcAft>
                <a:spcPct val="0"/>
              </a:spcAft>
              <a:buClrTx/>
              <a:buSzTx/>
              <a:buFontTx/>
              <a:buNone/>
              <a:tabLst/>
            </a:pP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נ.נ. בתכנון משולב חומרה/תוכנה</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אביב – 00460882</a:t>
            </a:r>
            <a:br>
              <a:rPr kumimoji="0" lang="en-US"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תרגול 1</a:t>
            </a:r>
            <a:r>
              <a:rPr kumimoji="0" lang="en-US" altLang="he-IL" sz="4800" b="1" i="0" u="none" strike="noStrike" cap="none" normalizeH="0" baseline="0" dirty="0">
                <a:ln>
                  <a:noFill/>
                </a:ln>
                <a:solidFill>
                  <a:srgbClr val="7030A0"/>
                </a:solidFill>
                <a:effectLst/>
                <a:latin typeface="Assistant" pitchFamily="2" charset="-79"/>
                <a:cs typeface="Assistant" pitchFamily="2" charset="-79"/>
              </a:rPr>
              <a:t> Intro to perf - </a:t>
            </a:r>
            <a:endParaRPr kumimoji="0" lang="he-IL" altLang="he-IL" sz="4800" b="1" i="0" u="none" strike="noStrike" cap="none" normalizeH="0" baseline="0" dirty="0">
              <a:ln>
                <a:noFill/>
              </a:ln>
              <a:solidFill>
                <a:srgbClr val="7030A0"/>
              </a:solidFill>
              <a:effectLst/>
              <a:latin typeface="Assistant" pitchFamily="2" charset="-79"/>
              <a:cs typeface="Assistant" pitchFamily="2" charset="-79"/>
            </a:endParaRPr>
          </a:p>
          <a:p>
            <a:pPr marL="0" marR="0" lvl="0" indent="0" algn="r" defTabSz="914400" rtl="1" eaLnBrk="0" fontAlgn="base" latinLnBrk="0" hangingPunct="0">
              <a:lnSpc>
                <a:spcPct val="100000"/>
              </a:lnSpc>
              <a:spcBef>
                <a:spcPct val="0"/>
              </a:spcBef>
              <a:spcAft>
                <a:spcPct val="0"/>
              </a:spcAft>
              <a:buClrTx/>
              <a:buSzTx/>
              <a:tabLst/>
            </a:pPr>
            <a:br>
              <a:rPr kumimoji="0" lang="he-IL" altLang="he-IL" sz="1100" b="0" i="0" u="none" strike="noStrike" cap="none" normalizeH="0" baseline="0" dirty="0">
                <a:ln>
                  <a:noFill/>
                </a:ln>
                <a:solidFill>
                  <a:srgbClr val="7030A0"/>
                </a:solidFill>
                <a:effectLst/>
                <a:latin typeface="Assistant" pitchFamily="2" charset="-79"/>
                <a:cs typeface="Assistant" pitchFamily="2" charset="-79"/>
              </a:rPr>
            </a:br>
            <a:endParaRPr kumimoji="0" lang="he-IL" altLang="he-IL" sz="1100" b="0" i="0" u="none" strike="noStrike" cap="none" normalizeH="0" baseline="0" dirty="0">
              <a:ln>
                <a:noFill/>
              </a:ln>
              <a:solidFill>
                <a:srgbClr val="7030A0"/>
              </a:solidFill>
              <a:effectLst/>
              <a:latin typeface="Assistant" pitchFamily="2" charset="-79"/>
              <a:cs typeface="Assistant" pitchFamily="2" charset="-79"/>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dirty="0">
              <a:ln>
                <a:noFill/>
              </a:ln>
              <a:solidFill>
                <a:srgbClr val="7030A0"/>
              </a:solidFill>
              <a:effectLst/>
              <a:latin typeface="Assistant" pitchFamily="2" charset="-79"/>
              <a:cs typeface="Assistant" pitchFamily="2" charset="-79"/>
            </a:endParaRPr>
          </a:p>
        </p:txBody>
      </p:sp>
    </p:spTree>
    <p:extLst>
      <p:ext uri="{BB962C8B-B14F-4D97-AF65-F5344CB8AC3E}">
        <p14:creationId xmlns:p14="http://schemas.microsoft.com/office/powerpoint/2010/main" val="3806134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BEED-A787-25AF-C6E5-F78F7E4BCC66}"/>
              </a:ext>
            </a:extLst>
          </p:cNvPr>
          <p:cNvSpPr>
            <a:spLocks noGrp="1"/>
          </p:cNvSpPr>
          <p:nvPr>
            <p:ph type="title"/>
          </p:nvPr>
        </p:nvSpPr>
        <p:spPr/>
        <p:txBody>
          <a:bodyPr/>
          <a:lstStyle/>
          <a:p>
            <a:r>
              <a:rPr lang="en-US" dirty="0"/>
              <a:t>Administrative</a:t>
            </a:r>
            <a:endParaRPr lang="he-IL" dirty="0"/>
          </a:p>
        </p:txBody>
      </p:sp>
      <p:sp>
        <p:nvSpPr>
          <p:cNvPr id="3" name="Content Placeholder 2">
            <a:extLst>
              <a:ext uri="{FF2B5EF4-FFF2-40B4-BE49-F238E27FC236}">
                <a16:creationId xmlns:a16="http://schemas.microsoft.com/office/drawing/2014/main" id="{6182F447-9A08-FB31-BBD7-E318582170E5}"/>
              </a:ext>
            </a:extLst>
          </p:cNvPr>
          <p:cNvSpPr>
            <a:spLocks noGrp="1"/>
          </p:cNvSpPr>
          <p:nvPr>
            <p:ph idx="1"/>
          </p:nvPr>
        </p:nvSpPr>
        <p:spPr/>
        <p:txBody>
          <a:bodyPr/>
          <a:lstStyle/>
          <a:p>
            <a:pPr marL="0" indent="0">
              <a:buNone/>
            </a:pPr>
            <a:r>
              <a:rPr lang="en-US" dirty="0"/>
              <a:t>Grades: </a:t>
            </a:r>
          </a:p>
          <a:p>
            <a:pPr lvl="1">
              <a:buFontTx/>
              <a:buChar char="-"/>
            </a:pPr>
            <a:r>
              <a:rPr lang="en-US" dirty="0"/>
              <a:t>HW1 (10%)</a:t>
            </a:r>
          </a:p>
          <a:p>
            <a:pPr lvl="1">
              <a:buFontTx/>
              <a:buChar char="-"/>
            </a:pPr>
            <a:r>
              <a:rPr lang="en-US" dirty="0"/>
              <a:t>HW2 (15%)</a:t>
            </a:r>
          </a:p>
          <a:p>
            <a:pPr lvl="1">
              <a:buFontTx/>
              <a:buChar char="-"/>
            </a:pPr>
            <a:r>
              <a:rPr lang="en-US" dirty="0"/>
              <a:t>Final Project (75%)</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85320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E1BC-F228-8A8C-9A9A-EF1AA1EAB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D57C7-1793-659B-8A93-81E7D446BC34}"/>
              </a:ext>
            </a:extLst>
          </p:cNvPr>
          <p:cNvSpPr>
            <a:spLocks noGrp="1"/>
          </p:cNvSpPr>
          <p:nvPr>
            <p:ph type="title"/>
          </p:nvPr>
        </p:nvSpPr>
        <p:spPr/>
        <p:txBody>
          <a:bodyPr/>
          <a:lstStyle/>
          <a:p>
            <a:r>
              <a:rPr lang="en-US" dirty="0"/>
              <a:t>Technical</a:t>
            </a:r>
            <a:endParaRPr lang="he-IL" dirty="0"/>
          </a:p>
        </p:txBody>
      </p:sp>
      <p:sp>
        <p:nvSpPr>
          <p:cNvPr id="3" name="Content Placeholder 2">
            <a:extLst>
              <a:ext uri="{FF2B5EF4-FFF2-40B4-BE49-F238E27FC236}">
                <a16:creationId xmlns:a16="http://schemas.microsoft.com/office/drawing/2014/main" id="{AF77D494-AAD0-DE08-5C02-6BE19BAED66D}"/>
              </a:ext>
            </a:extLst>
          </p:cNvPr>
          <p:cNvSpPr>
            <a:spLocks noGrp="1"/>
          </p:cNvSpPr>
          <p:nvPr>
            <p:ph idx="1"/>
          </p:nvPr>
        </p:nvSpPr>
        <p:spPr/>
        <p:txBody>
          <a:bodyPr/>
          <a:lstStyle/>
          <a:p>
            <a:pPr marL="0" indent="0">
              <a:buNone/>
            </a:pPr>
            <a:r>
              <a:rPr lang="en-US" dirty="0"/>
              <a:t>Moodle</a:t>
            </a:r>
          </a:p>
          <a:p>
            <a:pPr marL="0" indent="0">
              <a:buNone/>
            </a:pPr>
            <a:r>
              <a:rPr lang="en-US" dirty="0"/>
              <a:t>Slides would be available before the class</a:t>
            </a:r>
          </a:p>
          <a:p>
            <a:pPr>
              <a:buFontTx/>
              <a:buChar char="-"/>
            </a:pPr>
            <a:r>
              <a:rPr lang="en-US" dirty="0"/>
              <a:t>You are allowed to use AI.</a:t>
            </a:r>
          </a:p>
          <a:p>
            <a:pPr>
              <a:buFontTx/>
              <a:buChar char="-"/>
            </a:pPr>
            <a:r>
              <a:rPr lang="en-US" dirty="0"/>
              <a:t>However, it is up to you to understand the subject very well</a:t>
            </a:r>
          </a:p>
        </p:txBody>
      </p:sp>
    </p:spTree>
    <p:extLst>
      <p:ext uri="{BB962C8B-B14F-4D97-AF65-F5344CB8AC3E}">
        <p14:creationId xmlns:p14="http://schemas.microsoft.com/office/powerpoint/2010/main" val="482028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00BAA-9A28-1F12-1F15-98566B291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B9162-06B7-4161-29F9-C792CF087AA1}"/>
              </a:ext>
            </a:extLst>
          </p:cNvPr>
          <p:cNvSpPr>
            <a:spLocks noGrp="1"/>
          </p:cNvSpPr>
          <p:nvPr>
            <p:ph type="title"/>
          </p:nvPr>
        </p:nvSpPr>
        <p:spPr/>
        <p:txBody>
          <a:bodyPr/>
          <a:lstStyle/>
          <a:p>
            <a:r>
              <a:rPr lang="en-US" dirty="0"/>
              <a:t>Technical</a:t>
            </a:r>
            <a:endParaRPr lang="he-IL" dirty="0"/>
          </a:p>
        </p:txBody>
      </p:sp>
      <p:sp>
        <p:nvSpPr>
          <p:cNvPr id="3" name="Content Placeholder 2">
            <a:extLst>
              <a:ext uri="{FF2B5EF4-FFF2-40B4-BE49-F238E27FC236}">
                <a16:creationId xmlns:a16="http://schemas.microsoft.com/office/drawing/2014/main" id="{AE0BE530-F67B-6536-8EEC-58C000FC8741}"/>
              </a:ext>
            </a:extLst>
          </p:cNvPr>
          <p:cNvSpPr>
            <a:spLocks noGrp="1"/>
          </p:cNvSpPr>
          <p:nvPr>
            <p:ph idx="1"/>
          </p:nvPr>
        </p:nvSpPr>
        <p:spPr/>
        <p:txBody>
          <a:bodyPr vert="horz" lIns="91440" tIns="45720" rIns="91440" bIns="45720" rtlCol="0" anchor="t">
            <a:normAutofit/>
          </a:bodyPr>
          <a:lstStyle/>
          <a:p>
            <a:pPr>
              <a:buFontTx/>
              <a:buChar char="-"/>
            </a:pPr>
            <a:r>
              <a:rPr lang="en-US" dirty="0"/>
              <a:t>Moodle</a:t>
            </a:r>
          </a:p>
          <a:p>
            <a:pPr>
              <a:buFontTx/>
              <a:buChar char="-"/>
            </a:pPr>
            <a:r>
              <a:rPr lang="en-US" dirty="0"/>
              <a:t>Slides would be available before the class</a:t>
            </a:r>
          </a:p>
          <a:p>
            <a:pPr>
              <a:buFont typeface="Arial"/>
              <a:buChar char="•"/>
            </a:pPr>
            <a:r>
              <a:rPr lang="en-US" dirty="0"/>
              <a:t>You are </a:t>
            </a:r>
            <a:r>
              <a:rPr lang="en-US" strike="sngStrike" dirty="0">
                <a:solidFill>
                  <a:srgbClr val="FF0000"/>
                </a:solidFill>
              </a:rPr>
              <a:t>allowed</a:t>
            </a:r>
            <a:r>
              <a:rPr lang="en-US" dirty="0"/>
              <a:t> </a:t>
            </a:r>
            <a:r>
              <a:rPr lang="en-US" b="1">
                <a:ea typeface="+mn-lt"/>
                <a:cs typeface="+mn-lt"/>
              </a:rPr>
              <a:t>encouraged</a:t>
            </a:r>
            <a:r>
              <a:rPr lang="en-US" b="1" dirty="0">
                <a:ea typeface="+mn-lt"/>
                <a:cs typeface="+mn-lt"/>
              </a:rPr>
              <a:t> </a:t>
            </a:r>
            <a:r>
              <a:rPr lang="en-US" dirty="0"/>
              <a:t>to use AI.</a:t>
            </a:r>
          </a:p>
          <a:p>
            <a:pPr>
              <a:buFontTx/>
              <a:buChar char="-"/>
            </a:pPr>
            <a:r>
              <a:rPr lang="en-US" dirty="0"/>
              <a:t>However, it is up to you to understand the subject very well</a:t>
            </a:r>
          </a:p>
        </p:txBody>
      </p:sp>
    </p:spTree>
    <p:extLst>
      <p:ext uri="{BB962C8B-B14F-4D97-AF65-F5344CB8AC3E}">
        <p14:creationId xmlns:p14="http://schemas.microsoft.com/office/powerpoint/2010/main" val="1444722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2CAB1-8782-3D70-B868-ECF802CCFE5A}"/>
              </a:ext>
            </a:extLst>
          </p:cNvPr>
          <p:cNvSpPr>
            <a:spLocks noGrp="1"/>
          </p:cNvSpPr>
          <p:nvPr>
            <p:ph type="title"/>
          </p:nvPr>
        </p:nvSpPr>
        <p:spPr/>
        <p:txBody>
          <a:bodyPr/>
          <a:lstStyle/>
          <a:p>
            <a:r>
              <a:rPr lang="en-US" dirty="0"/>
              <a:t>Assistance</a:t>
            </a:r>
            <a:endParaRPr lang="he-IL" dirty="0"/>
          </a:p>
        </p:txBody>
      </p:sp>
      <p:sp>
        <p:nvSpPr>
          <p:cNvPr id="3" name="Content Placeholder 2">
            <a:extLst>
              <a:ext uri="{FF2B5EF4-FFF2-40B4-BE49-F238E27FC236}">
                <a16:creationId xmlns:a16="http://schemas.microsoft.com/office/drawing/2014/main" id="{BB5B5B65-593D-0AAA-D3FD-213BCC159EBC}"/>
              </a:ext>
            </a:extLst>
          </p:cNvPr>
          <p:cNvSpPr>
            <a:spLocks noGrp="1"/>
          </p:cNvSpPr>
          <p:nvPr>
            <p:ph idx="1"/>
          </p:nvPr>
        </p:nvSpPr>
        <p:spPr/>
        <p:txBody>
          <a:bodyPr/>
          <a:lstStyle/>
          <a:p>
            <a:pPr marL="0" indent="0">
              <a:buNone/>
            </a:pPr>
            <a:r>
              <a:rPr lang="en-US" dirty="0"/>
              <a:t>By email (personal)</a:t>
            </a:r>
          </a:p>
          <a:p>
            <a:pPr marL="0" indent="0">
              <a:buNone/>
            </a:pPr>
            <a:r>
              <a:rPr lang="en-US" dirty="0"/>
              <a:t>Moodle Forum (public)</a:t>
            </a:r>
          </a:p>
          <a:p>
            <a:pPr marL="0" indent="0">
              <a:buNone/>
            </a:pPr>
            <a:r>
              <a:rPr lang="en-US" dirty="0"/>
              <a:t>Last year there were around 24 students…</a:t>
            </a:r>
          </a:p>
          <a:p>
            <a:endParaRPr lang="he-IL" dirty="0"/>
          </a:p>
        </p:txBody>
      </p:sp>
    </p:spTree>
    <p:extLst>
      <p:ext uri="{BB962C8B-B14F-4D97-AF65-F5344CB8AC3E}">
        <p14:creationId xmlns:p14="http://schemas.microsoft.com/office/powerpoint/2010/main" val="1625721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1E7CE-AE6E-7D7F-C2DF-4004B959EC54}"/>
              </a:ext>
            </a:extLst>
          </p:cNvPr>
          <p:cNvSpPr>
            <a:spLocks noGrp="1"/>
          </p:cNvSpPr>
          <p:nvPr>
            <p:ph type="title"/>
          </p:nvPr>
        </p:nvSpPr>
        <p:spPr/>
        <p:txBody>
          <a:bodyPr/>
          <a:lstStyle/>
          <a:p>
            <a:r>
              <a:rPr lang="en-US" b="1" dirty="0">
                <a:latin typeface="Assistant" pitchFamily="2" charset="-79"/>
                <a:cs typeface="Assistant" pitchFamily="2" charset="-79"/>
              </a:rPr>
              <a:t>My </a:t>
            </a:r>
            <a:r>
              <a:rPr lang="en-US" altLang="he-IL" sz="4400" b="1" dirty="0">
                <a:latin typeface="Assistant" pitchFamily="2" charset="-79"/>
                <a:cs typeface="Assistant" pitchFamily="2" charset="-79"/>
              </a:rPr>
              <a:t>Motivation</a:t>
            </a:r>
            <a:endParaRPr lang="he-IL" dirty="0"/>
          </a:p>
        </p:txBody>
      </p:sp>
      <p:sp>
        <p:nvSpPr>
          <p:cNvPr id="3" name="Content Placeholder 2">
            <a:extLst>
              <a:ext uri="{FF2B5EF4-FFF2-40B4-BE49-F238E27FC236}">
                <a16:creationId xmlns:a16="http://schemas.microsoft.com/office/drawing/2014/main" id="{67BD6E6A-2CB4-9F52-9B2D-FFC663196363}"/>
              </a:ext>
            </a:extLst>
          </p:cNvPr>
          <p:cNvSpPr>
            <a:spLocks noGrp="1"/>
          </p:cNvSpPr>
          <p:nvPr>
            <p:ph idx="1"/>
          </p:nvPr>
        </p:nvSpPr>
        <p:spPr/>
        <p:txBody>
          <a:bodyPr/>
          <a:lstStyle/>
          <a:p>
            <a:r>
              <a:rPr lang="en-US" sz="2800" dirty="0">
                <a:latin typeface="Avenir Next LT Pro" panose="020B0504020202020204" pitchFamily="34" charset="0"/>
                <a:cs typeface="Assistant" pitchFamily="2" charset="-79"/>
              </a:rPr>
              <a:t>Profiling tools: </a:t>
            </a:r>
            <a:r>
              <a:rPr lang="en-US" sz="2800" dirty="0" err="1">
                <a:latin typeface="Avenir Next LT Pro" panose="020B0504020202020204" pitchFamily="34" charset="0"/>
                <a:cs typeface="Assistant" pitchFamily="2" charset="-79"/>
              </a:rPr>
              <a:t>Valgrind</a:t>
            </a:r>
            <a:r>
              <a:rPr lang="en-US" sz="2800" dirty="0">
                <a:latin typeface="Avenir Next LT Pro" panose="020B0504020202020204" pitchFamily="34" charset="0"/>
                <a:cs typeface="Assistant" pitchFamily="2" charset="-79"/>
              </a:rPr>
              <a:t>, </a:t>
            </a:r>
            <a:r>
              <a:rPr lang="en-US" sz="2800" dirty="0" err="1">
                <a:latin typeface="Avenir Next LT Pro" panose="020B0504020202020204" pitchFamily="34" charset="0"/>
                <a:cs typeface="Assistant" pitchFamily="2" charset="-79"/>
              </a:rPr>
              <a:t>gprof</a:t>
            </a:r>
            <a:r>
              <a:rPr lang="en-US" sz="2800" dirty="0">
                <a:latin typeface="Avenir Next LT Pro" panose="020B0504020202020204" pitchFamily="34" charset="0"/>
                <a:cs typeface="Assistant" pitchFamily="2" charset="-79"/>
              </a:rPr>
              <a:t>, </a:t>
            </a:r>
            <a:r>
              <a:rPr lang="en-US" sz="2800" dirty="0" err="1">
                <a:latin typeface="Avenir Next LT Pro" panose="020B0504020202020204" pitchFamily="34" charset="0"/>
                <a:cs typeface="Assistant" pitchFamily="2" charset="-79"/>
              </a:rPr>
              <a:t>htop</a:t>
            </a:r>
            <a:endParaRPr lang="en-US" sz="2800">
              <a:latin typeface="Avenir Next LT Pro" panose="020B0504020202020204" pitchFamily="34" charset="0"/>
              <a:cs typeface="Assistant" pitchFamily="2" charset="-79"/>
            </a:endParaRPr>
          </a:p>
          <a:p>
            <a:pPr marL="0" indent="0">
              <a:buNone/>
            </a:pPr>
            <a:endParaRPr lang="he-IL" dirty="0"/>
          </a:p>
        </p:txBody>
      </p:sp>
      <p:pic>
        <p:nvPicPr>
          <p:cNvPr id="4" name="Picture 3">
            <a:extLst>
              <a:ext uri="{FF2B5EF4-FFF2-40B4-BE49-F238E27FC236}">
                <a16:creationId xmlns:a16="http://schemas.microsoft.com/office/drawing/2014/main" id="{F7A12CDF-7B70-93E3-373D-31EFFC0C3440}"/>
              </a:ext>
            </a:extLst>
          </p:cNvPr>
          <p:cNvPicPr>
            <a:picLocks noChangeAspect="1"/>
          </p:cNvPicPr>
          <p:nvPr/>
        </p:nvPicPr>
        <p:blipFill>
          <a:blip r:embed="rId2"/>
          <a:stretch>
            <a:fillRect/>
          </a:stretch>
        </p:blipFill>
        <p:spPr>
          <a:xfrm>
            <a:off x="2494300" y="2879332"/>
            <a:ext cx="6636141" cy="1623852"/>
          </a:xfrm>
          <a:prstGeom prst="rect">
            <a:avLst/>
          </a:prstGeom>
        </p:spPr>
      </p:pic>
      <p:pic>
        <p:nvPicPr>
          <p:cNvPr id="5" name="Picture 4">
            <a:extLst>
              <a:ext uri="{FF2B5EF4-FFF2-40B4-BE49-F238E27FC236}">
                <a16:creationId xmlns:a16="http://schemas.microsoft.com/office/drawing/2014/main" id="{D5470275-82AA-3348-5153-3DE03A75E0A0}"/>
              </a:ext>
            </a:extLst>
          </p:cNvPr>
          <p:cNvPicPr>
            <a:picLocks noChangeAspect="1"/>
          </p:cNvPicPr>
          <p:nvPr/>
        </p:nvPicPr>
        <p:blipFill>
          <a:blip r:embed="rId3"/>
          <a:srcRect t="43623"/>
          <a:stretch/>
        </p:blipFill>
        <p:spPr>
          <a:xfrm>
            <a:off x="838200" y="4715418"/>
            <a:ext cx="10915650" cy="993425"/>
          </a:xfrm>
          <a:prstGeom prst="rect">
            <a:avLst/>
          </a:prstGeom>
        </p:spPr>
      </p:pic>
    </p:spTree>
    <p:extLst>
      <p:ext uri="{BB962C8B-B14F-4D97-AF65-F5344CB8AC3E}">
        <p14:creationId xmlns:p14="http://schemas.microsoft.com/office/powerpoint/2010/main" val="733133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E1C22-36C4-371A-F39D-6DF6D0C4CFA1}"/>
              </a:ext>
            </a:extLst>
          </p:cNvPr>
          <p:cNvSpPr>
            <a:spLocks noGrp="1"/>
          </p:cNvSpPr>
          <p:nvPr>
            <p:ph type="title"/>
          </p:nvPr>
        </p:nvSpPr>
        <p:spPr/>
        <p:txBody>
          <a:bodyPr/>
          <a:lstStyle/>
          <a:p>
            <a:r>
              <a:rPr lang="en-US" altLang="he-IL" sz="4400" b="1" dirty="0">
                <a:latin typeface="Assistant" pitchFamily="2" charset="-79"/>
                <a:cs typeface="Assistant" pitchFamily="2" charset="-79"/>
              </a:rPr>
              <a:t>Motivation</a:t>
            </a:r>
            <a:endParaRPr lang="he-IL" b="1" dirty="0">
              <a:latin typeface="Assistant" pitchFamily="2" charset="-79"/>
              <a:cs typeface="Assistant" pitchFamily="2" charset="-79"/>
            </a:endParaRPr>
          </a:p>
        </p:txBody>
      </p:sp>
      <p:sp>
        <p:nvSpPr>
          <p:cNvPr id="4" name="Rectangle 3">
            <a:extLst>
              <a:ext uri="{FF2B5EF4-FFF2-40B4-BE49-F238E27FC236}">
                <a16:creationId xmlns:a16="http://schemas.microsoft.com/office/drawing/2014/main" id="{F7FDD0BE-FBE0-70EE-B183-51DB70F3E5EA}"/>
              </a:ext>
            </a:extLst>
          </p:cNvPr>
          <p:cNvSpPr/>
          <p:nvPr/>
        </p:nvSpPr>
        <p:spPr>
          <a:xfrm>
            <a:off x="4963883" y="2565287"/>
            <a:ext cx="2286000" cy="9144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latin typeface="Assistant" pitchFamily="2" charset="-79"/>
                <a:cs typeface="Assistant" pitchFamily="2" charset="-79"/>
              </a:rPr>
              <a:t>Application</a:t>
            </a:r>
          </a:p>
        </p:txBody>
      </p:sp>
      <p:sp>
        <p:nvSpPr>
          <p:cNvPr id="5" name="Rectangle 4">
            <a:extLst>
              <a:ext uri="{FF2B5EF4-FFF2-40B4-BE49-F238E27FC236}">
                <a16:creationId xmlns:a16="http://schemas.microsoft.com/office/drawing/2014/main" id="{AABC1A86-9EB1-7AF4-004D-C45E3B5F2B3C}"/>
              </a:ext>
            </a:extLst>
          </p:cNvPr>
          <p:cNvSpPr/>
          <p:nvPr/>
        </p:nvSpPr>
        <p:spPr>
          <a:xfrm>
            <a:off x="4963883" y="1650887"/>
            <a:ext cx="2286000" cy="914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latin typeface="Assistant" pitchFamily="2" charset="-79"/>
                <a:cs typeface="Assistant" pitchFamily="2" charset="-79"/>
              </a:rPr>
              <a:t>Application Server</a:t>
            </a:r>
          </a:p>
        </p:txBody>
      </p:sp>
      <p:sp>
        <p:nvSpPr>
          <p:cNvPr id="7" name="Rectangle 6">
            <a:extLst>
              <a:ext uri="{FF2B5EF4-FFF2-40B4-BE49-F238E27FC236}">
                <a16:creationId xmlns:a16="http://schemas.microsoft.com/office/drawing/2014/main" id="{C7BAE7AE-904B-AC18-C9AE-DC0B23EB383A}"/>
              </a:ext>
            </a:extLst>
          </p:cNvPr>
          <p:cNvSpPr/>
          <p:nvPr/>
        </p:nvSpPr>
        <p:spPr>
          <a:xfrm>
            <a:off x="4963883" y="3479687"/>
            <a:ext cx="2286000" cy="9144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latin typeface="Assistant" pitchFamily="2" charset="-79"/>
                <a:cs typeface="Assistant" pitchFamily="2" charset="-79"/>
              </a:rPr>
              <a:t>Virtual Machine</a:t>
            </a:r>
          </a:p>
        </p:txBody>
      </p:sp>
      <p:sp>
        <p:nvSpPr>
          <p:cNvPr id="8" name="Rectangle 7">
            <a:extLst>
              <a:ext uri="{FF2B5EF4-FFF2-40B4-BE49-F238E27FC236}">
                <a16:creationId xmlns:a16="http://schemas.microsoft.com/office/drawing/2014/main" id="{34A3666B-63C5-95DE-8DBE-D53FD253C983}"/>
              </a:ext>
            </a:extLst>
          </p:cNvPr>
          <p:cNvSpPr/>
          <p:nvPr/>
        </p:nvSpPr>
        <p:spPr>
          <a:xfrm>
            <a:off x="4963883" y="4394087"/>
            <a:ext cx="2286000" cy="9144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latin typeface="Assistant" pitchFamily="2" charset="-79"/>
                <a:cs typeface="Assistant" pitchFamily="2" charset="-79"/>
              </a:rPr>
              <a:t>Operating System</a:t>
            </a:r>
          </a:p>
        </p:txBody>
      </p:sp>
      <p:sp>
        <p:nvSpPr>
          <p:cNvPr id="9" name="Rectangle 8">
            <a:extLst>
              <a:ext uri="{FF2B5EF4-FFF2-40B4-BE49-F238E27FC236}">
                <a16:creationId xmlns:a16="http://schemas.microsoft.com/office/drawing/2014/main" id="{97B37968-BA2E-A2E8-0C55-855AB35A1866}"/>
              </a:ext>
            </a:extLst>
          </p:cNvPr>
          <p:cNvSpPr/>
          <p:nvPr/>
        </p:nvSpPr>
        <p:spPr>
          <a:xfrm>
            <a:off x="4963883" y="5308487"/>
            <a:ext cx="2286000" cy="91440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latin typeface="Assistant" pitchFamily="2" charset="-79"/>
                <a:cs typeface="Assistant" pitchFamily="2" charset="-79"/>
              </a:rPr>
              <a:t>Hardware</a:t>
            </a:r>
          </a:p>
        </p:txBody>
      </p:sp>
    </p:spTree>
    <p:extLst>
      <p:ext uri="{BB962C8B-B14F-4D97-AF65-F5344CB8AC3E}">
        <p14:creationId xmlns:p14="http://schemas.microsoft.com/office/powerpoint/2010/main" val="590390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69319-8DD0-7071-60FC-A068F1BF774E}"/>
              </a:ext>
            </a:extLst>
          </p:cNvPr>
          <p:cNvSpPr>
            <a:spLocks noGrp="1"/>
          </p:cNvSpPr>
          <p:nvPr>
            <p:ph type="title"/>
          </p:nvPr>
        </p:nvSpPr>
        <p:spPr/>
        <p:txBody>
          <a:bodyPr/>
          <a:lstStyle/>
          <a:p>
            <a:r>
              <a:rPr lang="en-US" b="1" dirty="0">
                <a:latin typeface="Assistant" pitchFamily="2" charset="-79"/>
                <a:cs typeface="Assistant" pitchFamily="2" charset="-79"/>
              </a:rPr>
              <a:t>Disclaimer</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D89F5780-3BE5-D942-5766-3A3DFE122EA8}"/>
              </a:ext>
            </a:extLst>
          </p:cNvPr>
          <p:cNvSpPr>
            <a:spLocks noGrp="1"/>
          </p:cNvSpPr>
          <p:nvPr>
            <p:ph idx="1"/>
          </p:nvPr>
        </p:nvSpPr>
        <p:spPr/>
        <p:txBody>
          <a:bodyPr>
            <a:normAutofit/>
          </a:bodyPr>
          <a:lstStyle/>
          <a:p>
            <a:pPr marL="0" indent="0">
              <a:buNone/>
              <a:defRPr/>
            </a:pPr>
            <a:r>
              <a:rPr lang="en-US" sz="2400" dirty="0">
                <a:latin typeface="Assistant" pitchFamily="2" charset="-79"/>
                <a:cs typeface="Assistant" pitchFamily="2" charset="-79"/>
              </a:rPr>
              <a:t>Software and Hardware are complex  </a:t>
            </a:r>
            <a:r>
              <a:rPr lang="en-US" sz="2400" dirty="0">
                <a:solidFill>
                  <a:schemeClr val="accent2">
                    <a:lumMod val="75000"/>
                  </a:schemeClr>
                </a:solidFill>
                <a:latin typeface="Assistant" pitchFamily="2" charset="-79"/>
                <a:cs typeface="Assistant" pitchFamily="2" charset="-79"/>
              </a:rPr>
              <a:t>(solve complex problems).</a:t>
            </a:r>
          </a:p>
          <a:p>
            <a:pPr marL="0" indent="0">
              <a:buNone/>
              <a:defRPr/>
            </a:pPr>
            <a:r>
              <a:rPr lang="en-US" sz="2400" dirty="0">
                <a:latin typeface="Assistant" pitchFamily="2" charset="-79"/>
                <a:cs typeface="Assistant" pitchFamily="2" charset="-79"/>
              </a:rPr>
              <a:t>Software-Hardware are difficult to comprehend.</a:t>
            </a:r>
          </a:p>
          <a:p>
            <a:pPr marL="0" indent="0">
              <a:buNone/>
              <a:defRPr/>
            </a:pPr>
            <a:r>
              <a:rPr lang="en-US" sz="2400" dirty="0">
                <a:latin typeface="Assistant" pitchFamily="2" charset="-79"/>
                <a:cs typeface="Assistant" pitchFamily="2" charset="-79"/>
              </a:rPr>
              <a:t>Application usage scenario is hard to predict.</a:t>
            </a:r>
          </a:p>
          <a:p>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2176645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EB55B-1ED6-8907-3D72-1126E13A3AAC}"/>
              </a:ext>
            </a:extLst>
          </p:cNvPr>
          <p:cNvSpPr>
            <a:spLocks noGrp="1"/>
          </p:cNvSpPr>
          <p:nvPr>
            <p:ph type="title"/>
          </p:nvPr>
        </p:nvSpPr>
        <p:spPr/>
        <p:txBody>
          <a:bodyPr/>
          <a:lstStyle/>
          <a:p>
            <a:r>
              <a:rPr lang="en-US" b="1" dirty="0">
                <a:latin typeface="Assistant" pitchFamily="2" charset="-79"/>
                <a:cs typeface="Assistant" pitchFamily="2" charset="-79"/>
              </a:rPr>
              <a:t>Introduction to Profiling</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22A1C31A-43A5-C202-168F-4994F607BF82}"/>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Profiling is the first step in optimizing and tuning your application.</a:t>
            </a:r>
          </a:p>
          <a:p>
            <a:pPr marL="0" indent="0">
              <a:buNone/>
            </a:pPr>
            <a:r>
              <a:rPr lang="en-US" sz="2400" dirty="0">
                <a:latin typeface="Assistant" pitchFamily="2" charset="-79"/>
                <a:cs typeface="Assistant" pitchFamily="2" charset="-79"/>
              </a:rPr>
              <a:t>Profiling an application helps you understand where most of the execution time is spent. </a:t>
            </a:r>
          </a:p>
          <a:p>
            <a:pPr marL="0" indent="0">
              <a:buNone/>
            </a:pPr>
            <a:r>
              <a:rPr lang="en-US" sz="2400" dirty="0">
                <a:latin typeface="Assistant" pitchFamily="2" charset="-79"/>
                <a:cs typeface="Assistant" pitchFamily="2" charset="-79"/>
              </a:rPr>
              <a:t>Profiling enables you to find hotspots and bottlenecks in your application so you can decide where to focus your optimization efforts.</a:t>
            </a:r>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4006848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9952-C174-40B8-DD9F-369871C7BB8D}"/>
              </a:ext>
            </a:extLst>
          </p:cNvPr>
          <p:cNvSpPr>
            <a:spLocks noGrp="1"/>
          </p:cNvSpPr>
          <p:nvPr>
            <p:ph type="title"/>
          </p:nvPr>
        </p:nvSpPr>
        <p:spPr/>
        <p:txBody>
          <a:bodyPr/>
          <a:lstStyle/>
          <a:p>
            <a:r>
              <a:rPr lang="en-US" altLang="he-IL" b="1" dirty="0">
                <a:latin typeface="Assistant" pitchFamily="2" charset="-79"/>
                <a:cs typeface="Assistant" pitchFamily="2" charset="-79"/>
              </a:rPr>
              <a:t>Qualities of a great profiler</a:t>
            </a:r>
            <a:endParaRPr lang="he-IL" b="1" dirty="0"/>
          </a:p>
        </p:txBody>
      </p:sp>
      <p:sp>
        <p:nvSpPr>
          <p:cNvPr id="3" name="Content Placeholder 2">
            <a:extLst>
              <a:ext uri="{FF2B5EF4-FFF2-40B4-BE49-F238E27FC236}">
                <a16:creationId xmlns:a16="http://schemas.microsoft.com/office/drawing/2014/main" id="{7C2AE45A-BAD2-F349-9C8C-81895C3403E1}"/>
              </a:ext>
            </a:extLst>
          </p:cNvPr>
          <p:cNvSpPr>
            <a:spLocks noGrp="1"/>
          </p:cNvSpPr>
          <p:nvPr>
            <p:ph idx="1"/>
          </p:nvPr>
        </p:nvSpPr>
        <p:spPr/>
        <p:txBody>
          <a:bodyPr/>
          <a:lstStyle/>
          <a:p>
            <a:pPr marL="0" indent="0">
              <a:buNone/>
            </a:pPr>
            <a:r>
              <a:rPr lang="en-US" altLang="he-IL" dirty="0">
                <a:latin typeface="Assistant" pitchFamily="2" charset="-79"/>
                <a:cs typeface="Assistant" pitchFamily="2" charset="-79"/>
              </a:rPr>
              <a:t>Accurate</a:t>
            </a:r>
          </a:p>
          <a:p>
            <a:pPr marL="0" indent="0">
              <a:buNone/>
            </a:pPr>
            <a:r>
              <a:rPr lang="en-US" altLang="he-IL" dirty="0">
                <a:latin typeface="Assistant" pitchFamily="2" charset="-79"/>
                <a:cs typeface="Assistant" pitchFamily="2" charset="-79"/>
              </a:rPr>
              <a:t>Low-overhead</a:t>
            </a:r>
          </a:p>
          <a:p>
            <a:pPr marL="0" indent="0">
              <a:buNone/>
            </a:pPr>
            <a:r>
              <a:rPr lang="en-US" altLang="he-IL" dirty="0">
                <a:latin typeface="Assistant" pitchFamily="2" charset="-79"/>
                <a:cs typeface="Assistant" pitchFamily="2" charset="-79"/>
              </a:rPr>
              <a:t>Fast convergence</a:t>
            </a:r>
          </a:p>
          <a:p>
            <a:pPr marL="0" indent="0">
              <a:buNone/>
            </a:pPr>
            <a:r>
              <a:rPr lang="en-US" altLang="he-IL" dirty="0">
                <a:latin typeface="Assistant" pitchFamily="2" charset="-79"/>
                <a:cs typeface="Assistant" pitchFamily="2" charset="-79"/>
              </a:rPr>
              <a:t>Flexible</a:t>
            </a:r>
          </a:p>
          <a:p>
            <a:pPr marL="0" indent="0">
              <a:buNone/>
            </a:pPr>
            <a:r>
              <a:rPr lang="en-US" altLang="he-IL" dirty="0">
                <a:latin typeface="Assistant" pitchFamily="2" charset="-79"/>
                <a:cs typeface="Assistant" pitchFamily="2" charset="-79"/>
              </a:rPr>
              <a:t>Portable</a:t>
            </a:r>
          </a:p>
          <a:p>
            <a:pPr marL="0" indent="0">
              <a:buNone/>
            </a:pPr>
            <a:r>
              <a:rPr lang="en-US" altLang="he-IL" dirty="0">
                <a:latin typeface="Assistant" pitchFamily="2" charset="-79"/>
                <a:cs typeface="Assistant" pitchFamily="2" charset="-79"/>
              </a:rPr>
              <a:t>Transparent</a:t>
            </a:r>
          </a:p>
          <a:p>
            <a:pPr marL="0" indent="0">
              <a:buNone/>
            </a:pPr>
            <a:r>
              <a:rPr lang="en-US" altLang="he-IL" dirty="0">
                <a:latin typeface="Assistant" pitchFamily="2" charset="-79"/>
                <a:cs typeface="Assistant" pitchFamily="2" charset="-79"/>
              </a:rPr>
              <a:t>Low storage overhead</a:t>
            </a:r>
          </a:p>
          <a:p>
            <a:pPr marL="0" indent="0">
              <a:buNone/>
            </a:pPr>
            <a:endParaRPr lang="he-IL" dirty="0"/>
          </a:p>
        </p:txBody>
      </p:sp>
    </p:spTree>
    <p:extLst>
      <p:ext uri="{BB962C8B-B14F-4D97-AF65-F5344CB8AC3E}">
        <p14:creationId xmlns:p14="http://schemas.microsoft.com/office/powerpoint/2010/main" val="3970496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8B6F-EAE7-3539-FA64-D1CE14741A54}"/>
              </a:ext>
            </a:extLst>
          </p:cNvPr>
          <p:cNvSpPr>
            <a:spLocks noGrp="1"/>
          </p:cNvSpPr>
          <p:nvPr>
            <p:ph type="title"/>
          </p:nvPr>
        </p:nvSpPr>
        <p:spPr/>
        <p:txBody>
          <a:bodyPr/>
          <a:lstStyle/>
          <a:p>
            <a:r>
              <a:rPr lang="en-US" b="1" dirty="0">
                <a:latin typeface="Assistant" pitchFamily="2" charset="-79"/>
                <a:cs typeface="Assistant" pitchFamily="2" charset="-79"/>
              </a:rPr>
              <a:t>Perf</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89E330B2-CF69-1C0C-BAF0-71E3DC64A3D7}"/>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perf (Performance Counters for Linux) is a powerful profiling and performance analysis tool included in the Linux kernel.</a:t>
            </a:r>
          </a:p>
          <a:p>
            <a:pPr marL="0" indent="0">
              <a:buNone/>
            </a:pPr>
            <a:r>
              <a:rPr lang="en-US" sz="2400" dirty="0">
                <a:latin typeface="Assistant" pitchFamily="2" charset="-79"/>
                <a:cs typeface="Assistant" pitchFamily="2" charset="-79"/>
              </a:rPr>
              <a:t>It allows developers and system administrators to measure and analyze various performance metrics of applications and the entire system.</a:t>
            </a:r>
          </a:p>
        </p:txBody>
      </p:sp>
    </p:spTree>
    <p:extLst>
      <p:ext uri="{BB962C8B-B14F-4D97-AF65-F5344CB8AC3E}">
        <p14:creationId xmlns:p14="http://schemas.microsoft.com/office/powerpoint/2010/main" val="4228357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6D83-A12A-7579-BB43-FEDC275D0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6CAF4-C61B-DB5E-37AA-AFD862E97557}"/>
              </a:ext>
            </a:extLst>
          </p:cNvPr>
          <p:cNvSpPr>
            <a:spLocks noGrp="1"/>
          </p:cNvSpPr>
          <p:nvPr>
            <p:ph type="title"/>
          </p:nvPr>
        </p:nvSpPr>
        <p:spPr/>
        <p:txBody>
          <a:bodyPr/>
          <a:lstStyle/>
          <a:p>
            <a:r>
              <a:rPr lang="en-US" b="1" dirty="0">
                <a:latin typeface="Assistant" pitchFamily="2" charset="-79"/>
                <a:cs typeface="Assistant" pitchFamily="2" charset="-79"/>
              </a:rPr>
              <a:t>With perf, you can:</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D8FA487D-4592-7419-2076-4CD411685022}"/>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Analyze CPU usage and detect bottlenecks.</a:t>
            </a:r>
          </a:p>
          <a:p>
            <a:pPr marL="0" indent="0">
              <a:buNone/>
            </a:pPr>
            <a:r>
              <a:rPr lang="en-US" sz="2400" dirty="0">
                <a:latin typeface="Assistant" pitchFamily="2" charset="-79"/>
                <a:cs typeface="Assistant" pitchFamily="2" charset="-79"/>
              </a:rPr>
              <a:t>Profile functions and identify hotspots in programs.</a:t>
            </a:r>
          </a:p>
          <a:p>
            <a:pPr marL="0" indent="0">
              <a:buNone/>
            </a:pPr>
            <a:r>
              <a:rPr lang="en-US" sz="2400" dirty="0">
                <a:latin typeface="Assistant" pitchFamily="2" charset="-79"/>
                <a:cs typeface="Assistant" pitchFamily="2" charset="-79"/>
              </a:rPr>
              <a:t>Measure cache misses, branch mispredictions, and other low-level performance metrics.</a:t>
            </a:r>
          </a:p>
          <a:p>
            <a:pPr marL="0" indent="0">
              <a:buNone/>
            </a:pPr>
            <a:r>
              <a:rPr lang="en-US" sz="2400" dirty="0">
                <a:latin typeface="Assistant" pitchFamily="2" charset="-79"/>
                <a:cs typeface="Assistant" pitchFamily="2" charset="-79"/>
              </a:rPr>
              <a:t>Trace system calls and context switches.</a:t>
            </a:r>
            <a:endParaRPr lang="he-IL" sz="2400" dirty="0">
              <a:latin typeface="Assistant" pitchFamily="2" charset="-79"/>
              <a:cs typeface="Assistant" pitchFamily="2" charset="-79"/>
            </a:endParaRPr>
          </a:p>
          <a:p>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4091789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8D25-377A-CB20-2C33-75DC8BF9C961}"/>
              </a:ext>
            </a:extLst>
          </p:cNvPr>
          <p:cNvSpPr>
            <a:spLocks noGrp="1"/>
          </p:cNvSpPr>
          <p:nvPr>
            <p:ph type="title"/>
          </p:nvPr>
        </p:nvSpPr>
        <p:spPr/>
        <p:txBody>
          <a:bodyPr/>
          <a:lstStyle/>
          <a:p>
            <a:r>
              <a:rPr lang="en-US" b="1" dirty="0">
                <a:latin typeface="Assistant" pitchFamily="2" charset="-79"/>
                <a:cs typeface="Assistant" pitchFamily="2" charset="-79"/>
              </a:rPr>
              <a:t>The Power of perf</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5E8847B8-2918-3E61-7DBC-C717A361737A}"/>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Built-in Kernel Support: No need for external installations.</a:t>
            </a:r>
          </a:p>
          <a:p>
            <a:pPr marL="0" indent="0">
              <a:buNone/>
            </a:pPr>
            <a:r>
              <a:rPr lang="en-US" sz="2400" dirty="0">
                <a:latin typeface="Assistant" pitchFamily="2" charset="-79"/>
                <a:cs typeface="Assistant" pitchFamily="2" charset="-79"/>
              </a:rPr>
              <a:t>Low Overhead: Minimal impact on system performance.</a:t>
            </a:r>
          </a:p>
          <a:p>
            <a:pPr marL="0" indent="0">
              <a:buNone/>
            </a:pPr>
            <a:r>
              <a:rPr lang="en-US" sz="2400" dirty="0">
                <a:latin typeface="Assistant" pitchFamily="2" charset="-79"/>
                <a:cs typeface="Assistant" pitchFamily="2" charset="-79"/>
              </a:rPr>
              <a:t>Comprehensive Data: Provides both hardware and software performance metrics.</a:t>
            </a:r>
          </a:p>
          <a:p>
            <a:pPr marL="0" indent="0">
              <a:buNone/>
            </a:pPr>
            <a:r>
              <a:rPr lang="en-US" sz="2400" dirty="0">
                <a:latin typeface="Assistant" pitchFamily="2" charset="-79"/>
                <a:cs typeface="Assistant" pitchFamily="2" charset="-79"/>
              </a:rPr>
              <a:t>Versatility: Can be used for high-level system monitoring or low-level CPU analysis.</a:t>
            </a:r>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2856220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B0F94-C727-319A-99BA-C0BB3508BE8F}"/>
              </a:ext>
            </a:extLst>
          </p:cNvPr>
          <p:cNvSpPr>
            <a:spLocks noGrp="1"/>
          </p:cNvSpPr>
          <p:nvPr>
            <p:ph type="title"/>
          </p:nvPr>
        </p:nvSpPr>
        <p:spPr/>
        <p:txBody>
          <a:bodyPr/>
          <a:lstStyle/>
          <a:p>
            <a:r>
              <a:rPr lang="en-US" b="1" dirty="0">
                <a:latin typeface="Assistant" pitchFamily="2" charset="-79"/>
                <a:cs typeface="Assistant" pitchFamily="2" charset="-79"/>
              </a:rPr>
              <a:t>Intro to perf</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168CBF89-F79D-56F2-479D-EE05CC0A3400}"/>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Checking if perf is installed</a:t>
            </a:r>
          </a:p>
          <a:p>
            <a:pPr marL="0" indent="0">
              <a:buNone/>
            </a:pPr>
            <a:r>
              <a:rPr lang="en-US" sz="2400" dirty="0">
                <a:solidFill>
                  <a:schemeClr val="accent1"/>
                </a:solidFill>
                <a:latin typeface="Assistant" pitchFamily="2" charset="-79"/>
                <a:cs typeface="Assistant" pitchFamily="2" charset="-79"/>
              </a:rPr>
              <a:t>	</a:t>
            </a:r>
            <a:r>
              <a:rPr lang="en-US" sz="2400" i="1" dirty="0">
                <a:solidFill>
                  <a:schemeClr val="accent1"/>
                </a:solidFill>
                <a:latin typeface="Assistant" pitchFamily="2" charset="-79"/>
                <a:cs typeface="Assistant" pitchFamily="2" charset="-79"/>
              </a:rPr>
              <a:t>perf --version</a:t>
            </a:r>
            <a:endParaRPr lang="he-IL" sz="2400" i="1" dirty="0">
              <a:solidFill>
                <a:schemeClr val="accent1"/>
              </a:solidFill>
              <a:latin typeface="Assistant" pitchFamily="2" charset="-79"/>
              <a:cs typeface="Assistant" pitchFamily="2" charset="-79"/>
            </a:endParaRPr>
          </a:p>
        </p:txBody>
      </p:sp>
    </p:spTree>
    <p:extLst>
      <p:ext uri="{BB962C8B-B14F-4D97-AF65-F5344CB8AC3E}">
        <p14:creationId xmlns:p14="http://schemas.microsoft.com/office/powerpoint/2010/main" val="2103830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E101-9112-EAFB-AEE5-31DF5784C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D0698-6A02-1182-E485-D1714B6330F8}"/>
              </a:ext>
            </a:extLst>
          </p:cNvPr>
          <p:cNvSpPr>
            <a:spLocks noGrp="1"/>
          </p:cNvSpPr>
          <p:nvPr>
            <p:ph type="title"/>
          </p:nvPr>
        </p:nvSpPr>
        <p:spPr/>
        <p:txBody>
          <a:bodyPr/>
          <a:lstStyle/>
          <a:p>
            <a:r>
              <a:rPr lang="en-US" b="1" dirty="0">
                <a:latin typeface="Assistant" pitchFamily="2" charset="-79"/>
                <a:cs typeface="Assistant" pitchFamily="2" charset="-79"/>
              </a:rPr>
              <a:t>Intro to perf</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E4D35F01-58D7-5A7B-BDD7-815A4C01D2BA}"/>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Installing perf:</a:t>
            </a:r>
          </a:p>
          <a:p>
            <a:pPr marL="457200" lvl="1" indent="0">
              <a:buNone/>
            </a:pPr>
            <a:r>
              <a:rPr lang="en-US" i="1" dirty="0" err="1">
                <a:solidFill>
                  <a:schemeClr val="accent1"/>
                </a:solidFill>
                <a:latin typeface="Assistant" pitchFamily="2" charset="-79"/>
                <a:cs typeface="Assistant" pitchFamily="2" charset="-79"/>
              </a:rPr>
              <a:t>sudo</a:t>
            </a:r>
            <a:r>
              <a:rPr lang="en-US" i="1" dirty="0">
                <a:solidFill>
                  <a:schemeClr val="accent1"/>
                </a:solidFill>
                <a:latin typeface="Assistant" pitchFamily="2" charset="-79"/>
                <a:cs typeface="Assistant" pitchFamily="2" charset="-79"/>
              </a:rPr>
              <a:t> apt install </a:t>
            </a:r>
            <a:r>
              <a:rPr lang="en-US" i="1" dirty="0" err="1">
                <a:solidFill>
                  <a:schemeClr val="accent1"/>
                </a:solidFill>
                <a:latin typeface="Assistant" pitchFamily="2" charset="-79"/>
                <a:cs typeface="Assistant" pitchFamily="2" charset="-79"/>
              </a:rPr>
              <a:t>linux</a:t>
            </a:r>
            <a:r>
              <a:rPr lang="en-US" i="1" dirty="0">
                <a:solidFill>
                  <a:schemeClr val="accent1"/>
                </a:solidFill>
                <a:latin typeface="Assistant" pitchFamily="2" charset="-79"/>
                <a:cs typeface="Assistant" pitchFamily="2" charset="-79"/>
              </a:rPr>
              <a:t>-tools-common </a:t>
            </a:r>
            <a:r>
              <a:rPr lang="en-US" i="1" dirty="0" err="1">
                <a:solidFill>
                  <a:schemeClr val="accent1"/>
                </a:solidFill>
                <a:latin typeface="Assistant" pitchFamily="2" charset="-79"/>
                <a:cs typeface="Assistant" pitchFamily="2" charset="-79"/>
              </a:rPr>
              <a:t>linux</a:t>
            </a:r>
            <a:r>
              <a:rPr lang="en-US" i="1" dirty="0">
                <a:solidFill>
                  <a:schemeClr val="accent1"/>
                </a:solidFill>
                <a:latin typeface="Assistant" pitchFamily="2" charset="-79"/>
                <a:cs typeface="Assistant" pitchFamily="2" charset="-79"/>
              </a:rPr>
              <a:t>-tools-$(</a:t>
            </a:r>
            <a:r>
              <a:rPr lang="en-US" i="1" dirty="0" err="1">
                <a:solidFill>
                  <a:schemeClr val="accent1"/>
                </a:solidFill>
                <a:latin typeface="Assistant" pitchFamily="2" charset="-79"/>
                <a:cs typeface="Assistant" pitchFamily="2" charset="-79"/>
              </a:rPr>
              <a:t>uname</a:t>
            </a:r>
            <a:r>
              <a:rPr lang="en-US" i="1" dirty="0">
                <a:solidFill>
                  <a:schemeClr val="accent1"/>
                </a:solidFill>
                <a:latin typeface="Assistant" pitchFamily="2" charset="-79"/>
                <a:cs typeface="Assistant" pitchFamily="2" charset="-79"/>
              </a:rPr>
              <a:t> -r)</a:t>
            </a:r>
          </a:p>
          <a:p>
            <a:pPr marL="457200" lvl="1" indent="0">
              <a:buNone/>
            </a:pPr>
            <a:endParaRPr lang="en-US" dirty="0">
              <a:latin typeface="Assistant" pitchFamily="2" charset="-79"/>
              <a:cs typeface="Assistant" pitchFamily="2" charset="-79"/>
            </a:endParaRPr>
          </a:p>
          <a:p>
            <a:pPr marL="0" indent="0">
              <a:buNone/>
            </a:pPr>
            <a:r>
              <a:rPr lang="en-US" sz="2400" dirty="0">
                <a:latin typeface="Assistant" pitchFamily="2" charset="-79"/>
                <a:cs typeface="Assistant" pitchFamily="2" charset="-79"/>
              </a:rPr>
              <a:t>If everything is right: </a:t>
            </a:r>
          </a:p>
          <a:p>
            <a:pPr marL="457200" lvl="1" indent="0">
              <a:buNone/>
            </a:pPr>
            <a:endParaRPr lang="en-US" dirty="0">
              <a:latin typeface="Assistant" pitchFamily="2" charset="-79"/>
              <a:cs typeface="Assistant" pitchFamily="2" charset="-79"/>
            </a:endParaRPr>
          </a:p>
        </p:txBody>
      </p:sp>
      <p:pic>
        <p:nvPicPr>
          <p:cNvPr id="8" name="Picture 7">
            <a:extLst>
              <a:ext uri="{FF2B5EF4-FFF2-40B4-BE49-F238E27FC236}">
                <a16:creationId xmlns:a16="http://schemas.microsoft.com/office/drawing/2014/main" id="{B0CE4746-242B-E444-7CE9-6DF94A5022D8}"/>
              </a:ext>
            </a:extLst>
          </p:cNvPr>
          <p:cNvPicPr>
            <a:picLocks noChangeAspect="1"/>
          </p:cNvPicPr>
          <p:nvPr/>
        </p:nvPicPr>
        <p:blipFill>
          <a:blip r:embed="rId2"/>
          <a:stretch>
            <a:fillRect/>
          </a:stretch>
        </p:blipFill>
        <p:spPr>
          <a:xfrm>
            <a:off x="1488809" y="3777425"/>
            <a:ext cx="7253306" cy="688697"/>
          </a:xfrm>
          <a:prstGeom prst="rect">
            <a:avLst/>
          </a:prstGeom>
        </p:spPr>
      </p:pic>
    </p:spTree>
    <p:extLst>
      <p:ext uri="{BB962C8B-B14F-4D97-AF65-F5344CB8AC3E}">
        <p14:creationId xmlns:p14="http://schemas.microsoft.com/office/powerpoint/2010/main" val="358214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CEB1C2-A07D-06E4-4541-6C72BFC84D9A}"/>
              </a:ext>
            </a:extLst>
          </p:cNvPr>
          <p:cNvSpPr>
            <a:spLocks noGrp="1"/>
          </p:cNvSpPr>
          <p:nvPr>
            <p:ph idx="1"/>
          </p:nvPr>
        </p:nvSpPr>
        <p:spPr>
          <a:xfrm>
            <a:off x="853440" y="523081"/>
            <a:ext cx="10515600" cy="5811838"/>
          </a:xfrm>
        </p:spPr>
        <p:txBody>
          <a:bodyPr>
            <a:normAutofit/>
          </a:bodyPr>
          <a:lstStyle/>
          <a:p>
            <a:pPr marL="0" indent="0">
              <a:buNone/>
            </a:pPr>
            <a:r>
              <a:rPr lang="en-US" sz="2400" dirty="0">
                <a:latin typeface="Assistant" pitchFamily="2" charset="-79"/>
                <a:cs typeface="Assistant" pitchFamily="2" charset="-79"/>
              </a:rPr>
              <a:t>The perf tool offers a rich set of commands to collect and analyze performance and trace data. The most common ones are: stat, record, report.</a:t>
            </a:r>
          </a:p>
          <a:p>
            <a:pPr marL="0" indent="0">
              <a:buNone/>
            </a:pPr>
            <a:endParaRPr lang="en-US" sz="2400" dirty="0">
              <a:latin typeface="Assistant" pitchFamily="2" charset="-79"/>
              <a:cs typeface="Assistant" pitchFamily="2" charset="-79"/>
            </a:endParaRPr>
          </a:p>
          <a:p>
            <a:pPr marL="0" indent="0">
              <a:buNone/>
            </a:pPr>
            <a:r>
              <a:rPr lang="en-US" sz="2400" dirty="0">
                <a:latin typeface="Assistant" pitchFamily="2" charset="-79"/>
                <a:cs typeface="Assistant" pitchFamily="2" charset="-79"/>
              </a:rPr>
              <a:t>stat Run a command and gather performance counter statistics</a:t>
            </a:r>
          </a:p>
          <a:p>
            <a:pPr marL="0" indent="0">
              <a:buNone/>
            </a:pPr>
            <a:endParaRPr lang="en-US" sz="2400" dirty="0">
              <a:latin typeface="Assistant" pitchFamily="2" charset="-79"/>
              <a:cs typeface="Assistant" pitchFamily="2" charset="-79"/>
            </a:endParaRPr>
          </a:p>
          <a:p>
            <a:pPr marL="0" indent="0">
              <a:buNone/>
            </a:pPr>
            <a:r>
              <a:rPr lang="en-US" sz="2400" dirty="0">
                <a:latin typeface="Assistant" pitchFamily="2" charset="-79"/>
                <a:cs typeface="Assistant" pitchFamily="2" charset="-79"/>
              </a:rPr>
              <a:t>record Run a command and record its profile into </a:t>
            </a:r>
            <a:r>
              <a:rPr lang="en-US" sz="2400" dirty="0" err="1">
                <a:latin typeface="Assistant" pitchFamily="2" charset="-79"/>
                <a:cs typeface="Assistant" pitchFamily="2" charset="-79"/>
              </a:rPr>
              <a:t>perf.data</a:t>
            </a:r>
            <a:endParaRPr lang="en-US" sz="2400" dirty="0">
              <a:latin typeface="Assistant" pitchFamily="2" charset="-79"/>
              <a:cs typeface="Assistant" pitchFamily="2" charset="-79"/>
            </a:endParaRPr>
          </a:p>
          <a:p>
            <a:pPr marL="0" indent="0">
              <a:buNone/>
            </a:pPr>
            <a:endParaRPr lang="en-US" sz="2400" dirty="0">
              <a:latin typeface="Assistant" pitchFamily="2" charset="-79"/>
              <a:cs typeface="Assistant" pitchFamily="2" charset="-79"/>
            </a:endParaRPr>
          </a:p>
          <a:p>
            <a:pPr marL="0" indent="0">
              <a:buNone/>
            </a:pPr>
            <a:r>
              <a:rPr lang="en-US" sz="2400" dirty="0">
                <a:latin typeface="Assistant" pitchFamily="2" charset="-79"/>
                <a:cs typeface="Assistant" pitchFamily="2" charset="-79"/>
              </a:rPr>
              <a:t>report Read </a:t>
            </a:r>
            <a:r>
              <a:rPr lang="en-US" sz="2400" dirty="0" err="1">
                <a:latin typeface="Assistant" pitchFamily="2" charset="-79"/>
                <a:cs typeface="Assistant" pitchFamily="2" charset="-79"/>
              </a:rPr>
              <a:t>perf.data</a:t>
            </a:r>
            <a:r>
              <a:rPr lang="en-US" sz="2400" dirty="0">
                <a:latin typeface="Assistant" pitchFamily="2" charset="-79"/>
                <a:cs typeface="Assistant" pitchFamily="2" charset="-79"/>
              </a:rPr>
              <a:t> (created by perf record) and display the profile</a:t>
            </a:r>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1443807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1109-0283-DD85-AEF3-A50A5C5235A4}"/>
              </a:ext>
            </a:extLst>
          </p:cNvPr>
          <p:cNvSpPr>
            <a:spLocks noGrp="1"/>
          </p:cNvSpPr>
          <p:nvPr>
            <p:ph type="title"/>
          </p:nvPr>
        </p:nvSpPr>
        <p:spPr/>
        <p:txBody>
          <a:bodyPr/>
          <a:lstStyle/>
          <a:p>
            <a:r>
              <a:rPr lang="en-US" b="1" i="0" dirty="0">
                <a:effectLst/>
                <a:latin typeface="Assistant" pitchFamily="2" charset="-79"/>
                <a:cs typeface="Assistant" pitchFamily="2" charset="-79"/>
              </a:rPr>
              <a:t>Events</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E2A509A4-41D7-B989-4A9B-8237F3FDEA27}"/>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The perf tool supports a list of measurable events, coming from different sources. </a:t>
            </a:r>
          </a:p>
          <a:p>
            <a:pPr marL="0" indent="0">
              <a:buNone/>
            </a:pPr>
            <a:r>
              <a:rPr lang="en-US" sz="2400" dirty="0">
                <a:latin typeface="Assistant" pitchFamily="2" charset="-79"/>
                <a:cs typeface="Assistant" pitchFamily="2" charset="-79"/>
              </a:rPr>
              <a:t>For instance, some event are pure kernel counters, in this case they are called </a:t>
            </a:r>
            <a:r>
              <a:rPr lang="en-US" sz="2400" b="1" dirty="0">
                <a:latin typeface="Assistant" pitchFamily="2" charset="-79"/>
                <a:cs typeface="Assistant" pitchFamily="2" charset="-79"/>
              </a:rPr>
              <a:t>software events</a:t>
            </a:r>
            <a:r>
              <a:rPr lang="en-US" sz="2400" dirty="0">
                <a:latin typeface="Assistant" pitchFamily="2" charset="-79"/>
                <a:cs typeface="Assistant" pitchFamily="2" charset="-79"/>
              </a:rPr>
              <a:t>. Examples include: context-switches, minor-faults.</a:t>
            </a:r>
          </a:p>
          <a:p>
            <a:pPr marL="0" indent="0">
              <a:buNone/>
            </a:pPr>
            <a:r>
              <a:rPr lang="en-US" sz="2400" dirty="0">
                <a:latin typeface="Assistant" pitchFamily="2" charset="-79"/>
                <a:cs typeface="Assistant" pitchFamily="2" charset="-79"/>
              </a:rPr>
              <a:t>Another source of events is the processor itself and its Performance Monitoring Unit (PMU).</a:t>
            </a:r>
          </a:p>
          <a:p>
            <a:pPr marL="0" indent="0">
              <a:buNone/>
            </a:pPr>
            <a:r>
              <a:rPr lang="en-US" sz="2400" dirty="0">
                <a:latin typeface="Assistant" pitchFamily="2" charset="-79"/>
                <a:cs typeface="Assistant" pitchFamily="2" charset="-79"/>
              </a:rPr>
              <a:t>It provides a list of events to measure micro-architectural events such as the number of cycles, instructions retired, L1 cache misses and so on.</a:t>
            </a:r>
          </a:p>
          <a:p>
            <a:pPr marL="0" indent="0">
              <a:buNone/>
            </a:pPr>
            <a:r>
              <a:rPr lang="en-US" sz="2400" dirty="0">
                <a:latin typeface="Assistant" pitchFamily="2" charset="-79"/>
                <a:cs typeface="Assistant" pitchFamily="2" charset="-79"/>
              </a:rPr>
              <a:t>Those events are called </a:t>
            </a:r>
            <a:r>
              <a:rPr lang="en-US" sz="2400" b="1" dirty="0">
                <a:latin typeface="Assistant" pitchFamily="2" charset="-79"/>
                <a:cs typeface="Assistant" pitchFamily="2" charset="-79"/>
              </a:rPr>
              <a:t>PMU hardware events </a:t>
            </a:r>
            <a:r>
              <a:rPr lang="en-US" sz="2400" dirty="0">
                <a:latin typeface="Assistant" pitchFamily="2" charset="-79"/>
                <a:cs typeface="Assistant" pitchFamily="2" charset="-79"/>
              </a:rPr>
              <a:t>or </a:t>
            </a:r>
            <a:r>
              <a:rPr lang="en-US" sz="2400" b="1" dirty="0">
                <a:latin typeface="Assistant" pitchFamily="2" charset="-79"/>
                <a:cs typeface="Assistant" pitchFamily="2" charset="-79"/>
              </a:rPr>
              <a:t>hardware events</a:t>
            </a:r>
            <a:r>
              <a:rPr lang="en-US" sz="2400" dirty="0">
                <a:latin typeface="Assistant" pitchFamily="2" charset="-79"/>
                <a:cs typeface="Assistant" pitchFamily="2" charset="-79"/>
              </a:rPr>
              <a:t>.</a:t>
            </a:r>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426371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047AA9-A9E5-5AE3-6656-55B7D6278C7D}"/>
              </a:ext>
            </a:extLst>
          </p:cNvPr>
          <p:cNvSpPr>
            <a:spLocks noGrp="1"/>
          </p:cNvSpPr>
          <p:nvPr>
            <p:ph idx="1"/>
          </p:nvPr>
        </p:nvSpPr>
        <p:spPr>
          <a:xfrm>
            <a:off x="838200" y="539496"/>
            <a:ext cx="10515600" cy="5637467"/>
          </a:xfrm>
        </p:spPr>
        <p:txBody>
          <a:bodyPr>
            <a:noAutofit/>
          </a:bodyPr>
          <a:lstStyle/>
          <a:p>
            <a:r>
              <a:rPr lang="en-US" sz="2400" dirty="0" err="1">
                <a:latin typeface="Assistant" pitchFamily="2" charset="-79"/>
                <a:cs typeface="Assistant" pitchFamily="2" charset="-79"/>
              </a:rPr>
              <a:t>cpu</a:t>
            </a:r>
            <a:r>
              <a:rPr lang="en-US" sz="2400" dirty="0">
                <a:latin typeface="Assistant" pitchFamily="2" charset="-79"/>
                <a:cs typeface="Assistant" pitchFamily="2" charset="-79"/>
              </a:rPr>
              <a:t>-cycles OR cycles                       		[Hardware event]</a:t>
            </a:r>
          </a:p>
          <a:p>
            <a:r>
              <a:rPr lang="en-US" sz="2400" dirty="0">
                <a:latin typeface="Assistant" pitchFamily="2" charset="-79"/>
                <a:cs typeface="Assistant" pitchFamily="2" charset="-79"/>
              </a:rPr>
              <a:t> instructions                               		[Hardware event]</a:t>
            </a:r>
          </a:p>
          <a:p>
            <a:r>
              <a:rPr lang="en-US" sz="2400" dirty="0">
                <a:latin typeface="Assistant" pitchFamily="2" charset="-79"/>
                <a:cs typeface="Assistant" pitchFamily="2" charset="-79"/>
              </a:rPr>
              <a:t>cache-misses                           			[Hardware event]</a:t>
            </a:r>
          </a:p>
          <a:p>
            <a:r>
              <a:rPr lang="en-US" sz="2400" dirty="0">
                <a:latin typeface="Assistant" pitchFamily="2" charset="-79"/>
                <a:cs typeface="Assistant" pitchFamily="2" charset="-79"/>
              </a:rPr>
              <a:t> branch-instructions OR branches            	[Hardware event]</a:t>
            </a:r>
          </a:p>
          <a:p>
            <a:r>
              <a:rPr lang="en-US" sz="2400" dirty="0">
                <a:latin typeface="Assistant" pitchFamily="2" charset="-79"/>
                <a:cs typeface="Assistant" pitchFamily="2" charset="-79"/>
              </a:rPr>
              <a:t> branch-misses                              		[Hardware event]</a:t>
            </a:r>
          </a:p>
          <a:p>
            <a:endParaRPr lang="en-US" sz="2400" dirty="0">
              <a:latin typeface="Assistant" pitchFamily="2" charset="-79"/>
              <a:cs typeface="Assistant" pitchFamily="2" charset="-79"/>
            </a:endParaRPr>
          </a:p>
          <a:p>
            <a:r>
              <a:rPr lang="en-US" sz="2400" dirty="0">
                <a:latin typeface="Assistant" pitchFamily="2" charset="-79"/>
                <a:cs typeface="Assistant" pitchFamily="2" charset="-79"/>
              </a:rPr>
              <a:t> </a:t>
            </a:r>
            <a:r>
              <a:rPr lang="en-US" sz="2400" dirty="0" err="1">
                <a:latin typeface="Assistant" pitchFamily="2" charset="-79"/>
                <a:cs typeface="Assistant" pitchFamily="2" charset="-79"/>
              </a:rPr>
              <a:t>cpu</a:t>
            </a:r>
            <a:r>
              <a:rPr lang="en-US" sz="2400" dirty="0">
                <a:latin typeface="Assistant" pitchFamily="2" charset="-79"/>
                <a:cs typeface="Assistant" pitchFamily="2" charset="-79"/>
              </a:rPr>
              <a:t>-clock                                  			[Software event]</a:t>
            </a:r>
          </a:p>
          <a:p>
            <a:r>
              <a:rPr lang="en-US" sz="2400" dirty="0">
                <a:latin typeface="Assistant" pitchFamily="2" charset="-79"/>
                <a:cs typeface="Assistant" pitchFamily="2" charset="-79"/>
              </a:rPr>
              <a:t>page-faults OR faults                      		[Software event]</a:t>
            </a:r>
          </a:p>
          <a:p>
            <a:r>
              <a:rPr lang="en-US" sz="2400" dirty="0">
                <a:latin typeface="Assistant" pitchFamily="2" charset="-79"/>
                <a:cs typeface="Assistant" pitchFamily="2" charset="-79"/>
              </a:rPr>
              <a:t> minor-faults                               		[Software event]</a:t>
            </a:r>
          </a:p>
          <a:p>
            <a:r>
              <a:rPr lang="en-US" sz="2400" dirty="0">
                <a:latin typeface="Assistant" pitchFamily="2" charset="-79"/>
                <a:cs typeface="Assistant" pitchFamily="2" charset="-79"/>
              </a:rPr>
              <a:t> major-faults                               		[Software event]</a:t>
            </a:r>
          </a:p>
          <a:p>
            <a:r>
              <a:rPr lang="en-US" sz="2400" dirty="0">
                <a:latin typeface="Assistant" pitchFamily="2" charset="-79"/>
                <a:cs typeface="Assistant" pitchFamily="2" charset="-79"/>
              </a:rPr>
              <a:t> context-switches OR cs                     		[Software event]</a:t>
            </a:r>
          </a:p>
          <a:p>
            <a:r>
              <a:rPr lang="en-US" sz="2400" dirty="0">
                <a:latin typeface="Assistant" pitchFamily="2" charset="-79"/>
                <a:cs typeface="Assistant" pitchFamily="2" charset="-79"/>
              </a:rPr>
              <a:t> </a:t>
            </a:r>
            <a:r>
              <a:rPr lang="en-US" sz="2400" dirty="0" err="1">
                <a:latin typeface="Assistant" pitchFamily="2" charset="-79"/>
                <a:cs typeface="Assistant" pitchFamily="2" charset="-79"/>
              </a:rPr>
              <a:t>cpu</a:t>
            </a:r>
            <a:r>
              <a:rPr lang="en-US" sz="2400" dirty="0">
                <a:latin typeface="Assistant" pitchFamily="2" charset="-79"/>
                <a:cs typeface="Assistant" pitchFamily="2" charset="-79"/>
              </a:rPr>
              <a:t>-migrations OR </a:t>
            </a:r>
            <a:r>
              <a:rPr lang="en-US" sz="2400">
                <a:latin typeface="Assistant" pitchFamily="2" charset="-79"/>
                <a:cs typeface="Assistant" pitchFamily="2" charset="-79"/>
              </a:rPr>
              <a:t>migrations               	[</a:t>
            </a:r>
            <a:r>
              <a:rPr lang="en-US" sz="2400" dirty="0">
                <a:latin typeface="Assistant" pitchFamily="2" charset="-79"/>
                <a:cs typeface="Assistant" pitchFamily="2" charset="-79"/>
              </a:rPr>
              <a:t>Software event]</a:t>
            </a:r>
          </a:p>
        </p:txBody>
      </p:sp>
    </p:spTree>
    <p:extLst>
      <p:ext uri="{BB962C8B-B14F-4D97-AF65-F5344CB8AC3E}">
        <p14:creationId xmlns:p14="http://schemas.microsoft.com/office/powerpoint/2010/main" val="1537388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28FD3-E7AD-239E-2638-A298B403A8DE}"/>
              </a:ext>
            </a:extLst>
          </p:cNvPr>
          <p:cNvSpPr>
            <a:spLocks noGrp="1"/>
          </p:cNvSpPr>
          <p:nvPr>
            <p:ph idx="1"/>
          </p:nvPr>
        </p:nvSpPr>
        <p:spPr>
          <a:xfrm>
            <a:off x="838200" y="338328"/>
            <a:ext cx="10515600" cy="5838635"/>
          </a:xfrm>
        </p:spPr>
        <p:txBody>
          <a:bodyPr>
            <a:normAutofit/>
          </a:bodyPr>
          <a:lstStyle/>
          <a:p>
            <a:pPr marL="0" indent="0">
              <a:buNone/>
            </a:pPr>
            <a:r>
              <a:rPr lang="en-US" sz="2400" dirty="0">
                <a:latin typeface="Assistant" pitchFamily="2" charset="-79"/>
                <a:cs typeface="Assistant" pitchFamily="2" charset="-79"/>
              </a:rPr>
              <a:t>For any of the supported events, perf can keep a running count during process execution. </a:t>
            </a:r>
          </a:p>
          <a:p>
            <a:pPr marL="0" indent="0">
              <a:buNone/>
            </a:pPr>
            <a:r>
              <a:rPr lang="en-US" sz="2400" dirty="0">
                <a:latin typeface="Assistant" pitchFamily="2" charset="-79"/>
                <a:cs typeface="Assistant" pitchFamily="2" charset="-79"/>
              </a:rPr>
              <a:t>In counting modes, the occurrences of events are simply aggregated and presented on standard output at the end of an application run. </a:t>
            </a:r>
          </a:p>
          <a:p>
            <a:pPr marL="0" indent="0">
              <a:buNone/>
            </a:pPr>
            <a:r>
              <a:rPr lang="en-US" sz="2400" dirty="0">
                <a:latin typeface="Assistant" pitchFamily="2" charset="-79"/>
                <a:cs typeface="Assistant" pitchFamily="2" charset="-79"/>
              </a:rPr>
              <a:t>To generate these statistics, use the stat command of perf. For instance:</a:t>
            </a:r>
            <a:endParaRPr lang="he-IL" sz="2400" dirty="0">
              <a:latin typeface="Assistant" pitchFamily="2" charset="-79"/>
              <a:cs typeface="Assistant" pitchFamily="2" charset="-79"/>
            </a:endParaRPr>
          </a:p>
        </p:txBody>
      </p:sp>
      <p:pic>
        <p:nvPicPr>
          <p:cNvPr id="8" name="Picture 7">
            <a:extLst>
              <a:ext uri="{FF2B5EF4-FFF2-40B4-BE49-F238E27FC236}">
                <a16:creationId xmlns:a16="http://schemas.microsoft.com/office/drawing/2014/main" id="{88952DE7-D01D-C095-A7B4-E434A03A63AA}"/>
              </a:ext>
            </a:extLst>
          </p:cNvPr>
          <p:cNvPicPr>
            <a:picLocks noChangeAspect="1"/>
          </p:cNvPicPr>
          <p:nvPr/>
        </p:nvPicPr>
        <p:blipFill>
          <a:blip r:embed="rId2"/>
          <a:stretch>
            <a:fillRect/>
          </a:stretch>
        </p:blipFill>
        <p:spPr>
          <a:xfrm>
            <a:off x="2847975" y="2339150"/>
            <a:ext cx="7637513" cy="4395429"/>
          </a:xfrm>
          <a:prstGeom prst="rect">
            <a:avLst/>
          </a:prstGeom>
        </p:spPr>
      </p:pic>
    </p:spTree>
    <p:extLst>
      <p:ext uri="{BB962C8B-B14F-4D97-AF65-F5344CB8AC3E}">
        <p14:creationId xmlns:p14="http://schemas.microsoft.com/office/powerpoint/2010/main" val="1480057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BE601C-A663-E9DC-0AD3-89209F79F231}"/>
              </a:ext>
            </a:extLst>
          </p:cNvPr>
          <p:cNvSpPr>
            <a:spLocks noGrp="1"/>
          </p:cNvSpPr>
          <p:nvPr>
            <p:ph idx="1"/>
          </p:nvPr>
        </p:nvSpPr>
        <p:spPr>
          <a:xfrm>
            <a:off x="838200" y="429768"/>
            <a:ext cx="10515600" cy="5747195"/>
          </a:xfrm>
        </p:spPr>
        <p:txBody>
          <a:bodyPr>
            <a:normAutofit/>
          </a:bodyPr>
          <a:lstStyle/>
          <a:p>
            <a:pPr marL="0" indent="0">
              <a:buNone/>
            </a:pPr>
            <a:r>
              <a:rPr lang="en-US" sz="2400" dirty="0">
                <a:latin typeface="Assistant" pitchFamily="2" charset="-79"/>
                <a:cs typeface="Assistant" pitchFamily="2" charset="-79"/>
              </a:rPr>
              <a:t>The perf tool can be used to count events on a:</a:t>
            </a:r>
          </a:p>
          <a:p>
            <a:pPr marL="0" indent="0">
              <a:buNone/>
            </a:pPr>
            <a:r>
              <a:rPr lang="en-US" sz="2400" b="1" dirty="0">
                <a:latin typeface="Assistant" pitchFamily="2" charset="-79"/>
                <a:cs typeface="Assistant" pitchFamily="2" charset="-79"/>
              </a:rPr>
              <a:t>	per-thread</a:t>
            </a:r>
          </a:p>
          <a:p>
            <a:pPr marL="0" indent="0">
              <a:buNone/>
            </a:pPr>
            <a:r>
              <a:rPr lang="en-US" sz="2400" b="1" dirty="0">
                <a:latin typeface="Assistant" pitchFamily="2" charset="-79"/>
                <a:cs typeface="Assistant" pitchFamily="2" charset="-79"/>
              </a:rPr>
              <a:t>	per-process</a:t>
            </a:r>
          </a:p>
          <a:p>
            <a:pPr marL="0" indent="0">
              <a:buNone/>
            </a:pPr>
            <a:r>
              <a:rPr lang="en-US" sz="2400" b="1" dirty="0">
                <a:latin typeface="Assistant" pitchFamily="2" charset="-79"/>
                <a:cs typeface="Assistant" pitchFamily="2" charset="-79"/>
              </a:rPr>
              <a:t>	per-</a:t>
            </a:r>
            <a:r>
              <a:rPr lang="en-US" sz="2400" b="1" dirty="0" err="1">
                <a:latin typeface="Assistant" pitchFamily="2" charset="-79"/>
                <a:cs typeface="Assistant" pitchFamily="2" charset="-79"/>
              </a:rPr>
              <a:t>cpu</a:t>
            </a:r>
            <a:endParaRPr lang="en-US" sz="2400" dirty="0">
              <a:latin typeface="Assistant" pitchFamily="2" charset="-79"/>
              <a:cs typeface="Assistant" pitchFamily="2" charset="-79"/>
            </a:endParaRPr>
          </a:p>
          <a:p>
            <a:pPr marL="0" indent="0">
              <a:buNone/>
            </a:pPr>
            <a:endParaRPr lang="en-US" sz="2400" dirty="0">
              <a:latin typeface="Assistant" pitchFamily="2" charset="-79"/>
              <a:cs typeface="Assistant" pitchFamily="2" charset="-79"/>
            </a:endParaRPr>
          </a:p>
          <a:p>
            <a:pPr marL="0" indent="0">
              <a:buNone/>
            </a:pPr>
            <a:r>
              <a:rPr lang="en-US" sz="2400" dirty="0">
                <a:latin typeface="Assistant" pitchFamily="2" charset="-79"/>
                <a:cs typeface="Assistant" pitchFamily="2" charset="-79"/>
              </a:rPr>
              <a:t>In per-thread mode, the counter only monitors the execution of a designated thread.</a:t>
            </a:r>
          </a:p>
          <a:p>
            <a:pPr marL="0" indent="0">
              <a:buNone/>
            </a:pPr>
            <a:r>
              <a:rPr lang="en-US" sz="2400" dirty="0">
                <a:latin typeface="Assistant" pitchFamily="2" charset="-79"/>
                <a:cs typeface="Assistant" pitchFamily="2" charset="-79"/>
              </a:rPr>
              <a:t>When the thread is scheduled out, monitoring stops.</a:t>
            </a:r>
          </a:p>
          <a:p>
            <a:pPr marL="0" indent="0">
              <a:buNone/>
            </a:pPr>
            <a:r>
              <a:rPr lang="en-US" sz="2400" dirty="0">
                <a:latin typeface="Assistant" pitchFamily="2" charset="-79"/>
                <a:cs typeface="Assistant" pitchFamily="2" charset="-79"/>
              </a:rPr>
              <a:t>When a thread migrated from one processor to another, counters are saved on the current processor and are restored on the new one.</a:t>
            </a:r>
            <a:endParaRPr lang="he-IL" sz="2400" dirty="0">
              <a:latin typeface="Assistant" pitchFamily="2" charset="-79"/>
              <a:cs typeface="Assistant" pitchFamily="2" charset="-79"/>
            </a:endParaRPr>
          </a:p>
        </p:txBody>
      </p:sp>
    </p:spTree>
    <p:extLst>
      <p:ext uri="{BB962C8B-B14F-4D97-AF65-F5344CB8AC3E}">
        <p14:creationId xmlns:p14="http://schemas.microsoft.com/office/powerpoint/2010/main" val="1349248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040D-B69E-337D-6853-52360B304FBE}"/>
              </a:ext>
            </a:extLst>
          </p:cNvPr>
          <p:cNvSpPr>
            <a:spLocks noGrp="1"/>
          </p:cNvSpPr>
          <p:nvPr>
            <p:ph type="title"/>
          </p:nvPr>
        </p:nvSpPr>
        <p:spPr/>
        <p:txBody>
          <a:bodyPr/>
          <a:lstStyle/>
          <a:p>
            <a:r>
              <a:rPr lang="en-US" b="1" i="0" dirty="0">
                <a:effectLst/>
                <a:latin typeface="Assistant" pitchFamily="2" charset="-79"/>
                <a:cs typeface="Assistant" pitchFamily="2" charset="-79"/>
              </a:rPr>
              <a:t>Repeated measurement</a:t>
            </a:r>
            <a:endParaRPr lang="he-IL"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30774026-BE78-3C62-48B5-4C94AFB2BD0C}"/>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It is possible to use perf stat to run the same test workload multiple times and get for each count, the standard deviation from the mean.</a:t>
            </a:r>
            <a:endParaRPr lang="he-IL" sz="2400" dirty="0">
              <a:latin typeface="Assistant" pitchFamily="2" charset="-79"/>
              <a:cs typeface="Assistant" pitchFamily="2" charset="-79"/>
            </a:endParaRPr>
          </a:p>
        </p:txBody>
      </p:sp>
      <p:pic>
        <p:nvPicPr>
          <p:cNvPr id="7" name="Picture 6">
            <a:extLst>
              <a:ext uri="{FF2B5EF4-FFF2-40B4-BE49-F238E27FC236}">
                <a16:creationId xmlns:a16="http://schemas.microsoft.com/office/drawing/2014/main" id="{3FA6215D-5C5E-B720-0408-4E630DBB6197}"/>
              </a:ext>
            </a:extLst>
          </p:cNvPr>
          <p:cNvPicPr>
            <a:picLocks noChangeAspect="1"/>
          </p:cNvPicPr>
          <p:nvPr/>
        </p:nvPicPr>
        <p:blipFill>
          <a:blip r:embed="rId2"/>
          <a:stretch>
            <a:fillRect/>
          </a:stretch>
        </p:blipFill>
        <p:spPr>
          <a:xfrm>
            <a:off x="2288468" y="2642210"/>
            <a:ext cx="6769386" cy="3534753"/>
          </a:xfrm>
          <a:prstGeom prst="rect">
            <a:avLst/>
          </a:prstGeom>
        </p:spPr>
      </p:pic>
      <p:sp>
        <p:nvSpPr>
          <p:cNvPr id="8" name="TextBox 7">
            <a:extLst>
              <a:ext uri="{FF2B5EF4-FFF2-40B4-BE49-F238E27FC236}">
                <a16:creationId xmlns:a16="http://schemas.microsoft.com/office/drawing/2014/main" id="{7C5982CC-29DB-F4FD-B7F2-1941F444FA2C}"/>
              </a:ext>
            </a:extLst>
          </p:cNvPr>
          <p:cNvSpPr txBox="1"/>
          <p:nvPr/>
        </p:nvSpPr>
        <p:spPr>
          <a:xfrm>
            <a:off x="489494" y="6308209"/>
            <a:ext cx="11213012" cy="369332"/>
          </a:xfrm>
          <a:prstGeom prst="rect">
            <a:avLst/>
          </a:prstGeom>
          <a:noFill/>
        </p:spPr>
        <p:txBody>
          <a:bodyPr wrap="square" rtlCol="1">
            <a:spAutoFit/>
          </a:bodyPr>
          <a:lstStyle/>
          <a:p>
            <a:r>
              <a:rPr lang="en-US" dirty="0">
                <a:latin typeface="Assistant" pitchFamily="2" charset="-79"/>
                <a:cs typeface="Assistant" pitchFamily="2" charset="-79"/>
              </a:rPr>
              <a:t>Here, sleep is run 5 times and the mean count for each event, along with ratio of std-dev/mean is printed.</a:t>
            </a:r>
            <a:endParaRPr lang="he-IL" dirty="0">
              <a:latin typeface="Assistant" pitchFamily="2" charset="-79"/>
              <a:cs typeface="Assistant" pitchFamily="2" charset="-79"/>
            </a:endParaRPr>
          </a:p>
        </p:txBody>
      </p:sp>
    </p:spTree>
    <p:extLst>
      <p:ext uri="{BB962C8B-B14F-4D97-AF65-F5344CB8AC3E}">
        <p14:creationId xmlns:p14="http://schemas.microsoft.com/office/powerpoint/2010/main" val="1661933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7D99-6F71-5F36-F6A7-3E0998EC4668}"/>
              </a:ext>
            </a:extLst>
          </p:cNvPr>
          <p:cNvSpPr>
            <a:spLocks noGrp="1"/>
          </p:cNvSpPr>
          <p:nvPr>
            <p:ph type="title"/>
          </p:nvPr>
        </p:nvSpPr>
        <p:spPr/>
        <p:txBody>
          <a:bodyPr/>
          <a:lstStyle/>
          <a:p>
            <a:r>
              <a:rPr lang="en-US" b="1" dirty="0">
                <a:latin typeface="Assistant" pitchFamily="2" charset="-79"/>
                <a:cs typeface="Assistant" pitchFamily="2" charset="-79"/>
              </a:rPr>
              <a:t>Sampling with perf record</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E924186C-CFE7-C653-29BE-FDB3517A68BD}"/>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There are several commands associated with sampling: record, report, annotate.</a:t>
            </a:r>
          </a:p>
          <a:p>
            <a:pPr marL="0" indent="0">
              <a:buNone/>
            </a:pPr>
            <a:r>
              <a:rPr lang="en-US" sz="2400" dirty="0">
                <a:latin typeface="Assistant" pitchFamily="2" charset="-79"/>
                <a:cs typeface="Assistant" pitchFamily="2" charset="-79"/>
              </a:rPr>
              <a:t>You must first collect the samples using perf record.</a:t>
            </a:r>
          </a:p>
          <a:p>
            <a:pPr marL="0" indent="0">
              <a:buNone/>
            </a:pPr>
            <a:r>
              <a:rPr lang="en-US" sz="2400" dirty="0">
                <a:latin typeface="Assistant" pitchFamily="2" charset="-79"/>
                <a:cs typeface="Assistant" pitchFamily="2" charset="-79"/>
              </a:rPr>
              <a:t>This generates an output file called </a:t>
            </a:r>
            <a:r>
              <a:rPr lang="en-US" sz="2400" dirty="0" err="1">
                <a:latin typeface="Assistant" pitchFamily="2" charset="-79"/>
                <a:cs typeface="Assistant" pitchFamily="2" charset="-79"/>
              </a:rPr>
              <a:t>perf.data</a:t>
            </a:r>
            <a:r>
              <a:rPr lang="en-US" sz="2400" dirty="0">
                <a:latin typeface="Assistant" pitchFamily="2" charset="-79"/>
                <a:cs typeface="Assistant" pitchFamily="2" charset="-79"/>
              </a:rPr>
              <a:t>.</a:t>
            </a:r>
          </a:p>
          <a:p>
            <a:pPr marL="0" indent="0">
              <a:buNone/>
            </a:pPr>
            <a:r>
              <a:rPr lang="en-US" sz="2400" dirty="0">
                <a:latin typeface="Assistant" pitchFamily="2" charset="-79"/>
                <a:cs typeface="Assistant" pitchFamily="2" charset="-79"/>
              </a:rPr>
              <a:t>That file can then be analyzed, possibly on another machine, using the perf report and perf annotate commands. </a:t>
            </a:r>
            <a:endParaRPr lang="he-IL" sz="2400" dirty="0">
              <a:latin typeface="Assistant" pitchFamily="2" charset="-79"/>
              <a:cs typeface="Assistant" pitchFamily="2" charset="-79"/>
            </a:endParaRPr>
          </a:p>
        </p:txBody>
      </p:sp>
      <p:pic>
        <p:nvPicPr>
          <p:cNvPr id="7" name="Picture 6">
            <a:extLst>
              <a:ext uri="{FF2B5EF4-FFF2-40B4-BE49-F238E27FC236}">
                <a16:creationId xmlns:a16="http://schemas.microsoft.com/office/drawing/2014/main" id="{25398B6C-F8F9-3B0F-1A4F-FEDBB1E8FBF8}"/>
              </a:ext>
            </a:extLst>
          </p:cNvPr>
          <p:cNvPicPr>
            <a:picLocks noChangeAspect="1"/>
          </p:cNvPicPr>
          <p:nvPr/>
        </p:nvPicPr>
        <p:blipFill>
          <a:blip r:embed="rId2"/>
          <a:stretch>
            <a:fillRect/>
          </a:stretch>
        </p:blipFill>
        <p:spPr>
          <a:xfrm>
            <a:off x="1054787" y="4087097"/>
            <a:ext cx="8345065" cy="1152686"/>
          </a:xfrm>
          <a:prstGeom prst="rect">
            <a:avLst/>
          </a:prstGeom>
        </p:spPr>
      </p:pic>
    </p:spTree>
    <p:extLst>
      <p:ext uri="{BB962C8B-B14F-4D97-AF65-F5344CB8AC3E}">
        <p14:creationId xmlns:p14="http://schemas.microsoft.com/office/powerpoint/2010/main" val="3029410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7555-387B-03CB-1560-7F53F8C085FD}"/>
              </a:ext>
            </a:extLst>
          </p:cNvPr>
          <p:cNvSpPr>
            <a:spLocks noGrp="1"/>
          </p:cNvSpPr>
          <p:nvPr>
            <p:ph type="title"/>
          </p:nvPr>
        </p:nvSpPr>
        <p:spPr/>
        <p:txBody>
          <a:bodyPr>
            <a:normAutofit/>
          </a:bodyPr>
          <a:lstStyle/>
          <a:p>
            <a:r>
              <a:rPr lang="en-US" b="1" dirty="0">
                <a:latin typeface="Assistant" pitchFamily="2" charset="-79"/>
                <a:cs typeface="Assistant" pitchFamily="2" charset="-79"/>
              </a:rPr>
              <a:t>Flame Graph</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84B65941-F2F4-AA1B-7AAC-70C0890CCBB0}"/>
              </a:ext>
            </a:extLst>
          </p:cNvPr>
          <p:cNvSpPr>
            <a:spLocks noGrp="1"/>
          </p:cNvSpPr>
          <p:nvPr>
            <p:ph idx="1"/>
          </p:nvPr>
        </p:nvSpPr>
        <p:spPr/>
        <p:txBody>
          <a:bodyPr>
            <a:normAutofit/>
          </a:bodyPr>
          <a:lstStyle/>
          <a:p>
            <a:pPr marL="0" indent="0">
              <a:buNone/>
            </a:pPr>
            <a:r>
              <a:rPr lang="en-US" sz="2400" dirty="0" err="1">
                <a:latin typeface="Assistant" pitchFamily="2" charset="-79"/>
                <a:cs typeface="Assistant" pitchFamily="2" charset="-79"/>
              </a:rPr>
              <a:t>FlameGraphs</a:t>
            </a:r>
            <a:r>
              <a:rPr lang="en-US" sz="2400" dirty="0">
                <a:latin typeface="Assistant" pitchFamily="2" charset="-79"/>
                <a:cs typeface="Assistant" pitchFamily="2" charset="-79"/>
              </a:rPr>
              <a:t> are a popular way to visualize stack traces and break down execution time. The perf tool supports natively generating flame graphs using the perf script report </a:t>
            </a:r>
            <a:r>
              <a:rPr lang="en-US" sz="2400" dirty="0" err="1">
                <a:latin typeface="Assistant" pitchFamily="2" charset="-79"/>
                <a:cs typeface="Assistant" pitchFamily="2" charset="-79"/>
              </a:rPr>
              <a:t>flamegraph</a:t>
            </a:r>
            <a:r>
              <a:rPr lang="en-US" sz="2400" dirty="0">
                <a:latin typeface="Assistant" pitchFamily="2" charset="-79"/>
                <a:cs typeface="Assistant" pitchFamily="2" charset="-79"/>
              </a:rPr>
              <a:t> command.</a:t>
            </a:r>
            <a:endParaRPr lang="he-IL" sz="2400" dirty="0">
              <a:latin typeface="Assistant" pitchFamily="2" charset="-79"/>
              <a:cs typeface="Assistant" pitchFamily="2" charset="-79"/>
            </a:endParaRPr>
          </a:p>
        </p:txBody>
      </p:sp>
      <p:pic>
        <p:nvPicPr>
          <p:cNvPr id="7171" name="Picture 3" descr="Java in Flames. mixed-mode flame graphs provide a… | by Netflix Technology  Blog | Netflix TechBlog">
            <a:extLst>
              <a:ext uri="{FF2B5EF4-FFF2-40B4-BE49-F238E27FC236}">
                <a16:creationId xmlns:a16="http://schemas.microsoft.com/office/drawing/2014/main" id="{EEA0F8CF-FE55-0982-CC51-7AF4011A8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538" y="3099816"/>
            <a:ext cx="6271421" cy="37581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9737A45-AED4-5A8D-509C-414C98D0377A}"/>
              </a:ext>
            </a:extLst>
          </p:cNvPr>
          <p:cNvSpPr txBox="1"/>
          <p:nvPr/>
        </p:nvSpPr>
        <p:spPr>
          <a:xfrm>
            <a:off x="7862596" y="4517243"/>
            <a:ext cx="4088611" cy="923330"/>
          </a:xfrm>
          <a:prstGeom prst="rect">
            <a:avLst/>
          </a:prstGeom>
          <a:noFill/>
        </p:spPr>
        <p:txBody>
          <a:bodyPr wrap="square" rtlCol="1">
            <a:spAutoFit/>
          </a:bodyPr>
          <a:lstStyle/>
          <a:p>
            <a:r>
              <a:rPr lang="en-US"/>
              <a:t>perf record -a -g -F 99 sleep 60</a:t>
            </a:r>
          </a:p>
          <a:p>
            <a:r>
              <a:rPr lang="en-US"/>
              <a:t>perf script report flamegraph</a:t>
            </a:r>
          </a:p>
          <a:p>
            <a:r>
              <a:rPr lang="en-US"/>
              <a:t>google-chrome flamegraph.html</a:t>
            </a:r>
            <a:endParaRPr lang="he-IL" dirty="0"/>
          </a:p>
        </p:txBody>
      </p:sp>
    </p:spTree>
    <p:extLst>
      <p:ext uri="{BB962C8B-B14F-4D97-AF65-F5344CB8AC3E}">
        <p14:creationId xmlns:p14="http://schemas.microsoft.com/office/powerpoint/2010/main" val="3376322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BD18-82CA-B492-A02B-67475B64BC1D}"/>
              </a:ext>
            </a:extLst>
          </p:cNvPr>
          <p:cNvSpPr>
            <a:spLocks noGrp="1"/>
          </p:cNvSpPr>
          <p:nvPr>
            <p:ph type="title"/>
          </p:nvPr>
        </p:nvSpPr>
        <p:spPr/>
        <p:txBody>
          <a:bodyPr/>
          <a:lstStyle/>
          <a:p>
            <a:r>
              <a:rPr lang="en-US" b="1" i="0" dirty="0" err="1">
                <a:effectLst/>
                <a:latin typeface="Assistant" pitchFamily="2" charset="-79"/>
                <a:cs typeface="Assistant" pitchFamily="2" charset="-79"/>
              </a:rPr>
              <a:t>Callchains</a:t>
            </a:r>
            <a:endParaRPr lang="he-IL" b="1" dirty="0">
              <a:latin typeface="Assistant" pitchFamily="2" charset="-79"/>
              <a:cs typeface="Assistant" pitchFamily="2" charset="-79"/>
            </a:endParaRPr>
          </a:p>
        </p:txBody>
      </p:sp>
      <p:sp>
        <p:nvSpPr>
          <p:cNvPr id="3" name="Content Placeholder 2">
            <a:extLst>
              <a:ext uri="{FF2B5EF4-FFF2-40B4-BE49-F238E27FC236}">
                <a16:creationId xmlns:a16="http://schemas.microsoft.com/office/drawing/2014/main" id="{F3118455-0E92-B2DD-8A5F-E6AA527C77E9}"/>
              </a:ext>
            </a:extLst>
          </p:cNvPr>
          <p:cNvSpPr>
            <a:spLocks noGrp="1"/>
          </p:cNvSpPr>
          <p:nvPr>
            <p:ph idx="1"/>
          </p:nvPr>
        </p:nvSpPr>
        <p:spPr/>
        <p:txBody>
          <a:bodyPr>
            <a:normAutofit/>
          </a:bodyPr>
          <a:lstStyle/>
          <a:p>
            <a:pPr marL="0" indent="0">
              <a:buNone/>
            </a:pPr>
            <a:r>
              <a:rPr lang="en-US" sz="2400" dirty="0">
                <a:latin typeface="Assistant" pitchFamily="2" charset="-79"/>
                <a:cs typeface="Assistant" pitchFamily="2" charset="-79"/>
              </a:rPr>
              <a:t>The overhead can be shown in two columns as 'Children' and 'Self' when perf collects </a:t>
            </a:r>
            <a:r>
              <a:rPr lang="en-US" sz="2400" dirty="0" err="1">
                <a:latin typeface="Assistant" pitchFamily="2" charset="-79"/>
                <a:cs typeface="Assistant" pitchFamily="2" charset="-79"/>
              </a:rPr>
              <a:t>callchains</a:t>
            </a:r>
            <a:r>
              <a:rPr lang="en-US" sz="2400" dirty="0">
                <a:latin typeface="Assistant" pitchFamily="2" charset="-79"/>
                <a:cs typeface="Assistant" pitchFamily="2" charset="-79"/>
              </a:rPr>
              <a:t>.</a:t>
            </a:r>
          </a:p>
          <a:p>
            <a:pPr marL="0" indent="0">
              <a:buNone/>
            </a:pPr>
            <a:r>
              <a:rPr lang="en-US" sz="2400" dirty="0">
                <a:latin typeface="Assistant" pitchFamily="2" charset="-79"/>
                <a:cs typeface="Assistant" pitchFamily="2" charset="-79"/>
              </a:rPr>
              <a:t>The 'self' overhead is simply calculated by adding all period values of the entry - usually a function (symbol).</a:t>
            </a:r>
          </a:p>
          <a:p>
            <a:pPr marL="0" indent="0">
              <a:buNone/>
            </a:pPr>
            <a:r>
              <a:rPr lang="en-US" sz="2400" dirty="0">
                <a:latin typeface="Assistant" pitchFamily="2" charset="-79"/>
                <a:cs typeface="Assistant" pitchFamily="2" charset="-79"/>
              </a:rPr>
              <a:t>The sum of all the 'self' overhead values should be 100%.</a:t>
            </a:r>
          </a:p>
          <a:p>
            <a:pPr marL="0" indent="0">
              <a:buNone/>
            </a:pPr>
            <a:r>
              <a:rPr lang="en-US" sz="2400" b="0" i="0" dirty="0">
                <a:effectLst/>
                <a:latin typeface="Assistant" pitchFamily="2" charset="-79"/>
                <a:cs typeface="Assistant" pitchFamily="2" charset="-79"/>
              </a:rPr>
              <a:t>The 'children' overhead is calculated by adding all period values of the child functions so that it can show the total overhead of the higher level functions even if they don't directly execute much.</a:t>
            </a:r>
          </a:p>
          <a:p>
            <a:pPr marL="0" indent="0">
              <a:buNone/>
            </a:pPr>
            <a:r>
              <a:rPr lang="en-US" sz="2400" b="0" i="0" dirty="0">
                <a:effectLst/>
                <a:latin typeface="Assistant" pitchFamily="2" charset="-79"/>
                <a:cs typeface="Assistant" pitchFamily="2" charset="-79"/>
              </a:rPr>
              <a:t>'Children' here means functions that are called from another (parent) function.</a:t>
            </a:r>
          </a:p>
        </p:txBody>
      </p:sp>
    </p:spTree>
    <p:extLst>
      <p:ext uri="{BB962C8B-B14F-4D97-AF65-F5344CB8AC3E}">
        <p14:creationId xmlns:p14="http://schemas.microsoft.com/office/powerpoint/2010/main" val="3848734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B70B-DDAB-4265-1643-B75C19259F1D}"/>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F62247F0-0E84-4DF4-9919-B735CA2878EA}"/>
              </a:ext>
            </a:extLst>
          </p:cNvPr>
          <p:cNvSpPr>
            <a:spLocks noGrp="1"/>
          </p:cNvSpPr>
          <p:nvPr>
            <p:ph idx="1"/>
          </p:nvPr>
        </p:nvSpPr>
        <p:spPr/>
        <p:txBody>
          <a:bodyPr>
            <a:normAutofit/>
          </a:bodyPr>
          <a:lstStyle/>
          <a:p>
            <a:endParaRPr lang="en-US" sz="2400" dirty="0">
              <a:latin typeface="Assistant" pitchFamily="2" charset="-79"/>
              <a:cs typeface="Assistant" pitchFamily="2" charset="-79"/>
            </a:endParaRPr>
          </a:p>
          <a:p>
            <a:endParaRPr lang="en-US" sz="2400" dirty="0">
              <a:latin typeface="Assistant" pitchFamily="2" charset="-79"/>
              <a:cs typeface="Assistant" pitchFamily="2" charset="-79"/>
            </a:endParaRPr>
          </a:p>
          <a:p>
            <a:endParaRPr lang="en-US" sz="2400" dirty="0">
              <a:latin typeface="Assistant" pitchFamily="2" charset="-79"/>
              <a:cs typeface="Assistant" pitchFamily="2" charset="-79"/>
            </a:endParaRPr>
          </a:p>
          <a:p>
            <a:endParaRPr lang="en-US" sz="2400" dirty="0">
              <a:latin typeface="Assistant" pitchFamily="2" charset="-79"/>
              <a:cs typeface="Assistant" pitchFamily="2" charset="-79"/>
            </a:endParaRPr>
          </a:p>
          <a:p>
            <a:endParaRPr lang="en-US" sz="2400" dirty="0">
              <a:latin typeface="Assistant" pitchFamily="2" charset="-79"/>
              <a:cs typeface="Assistant" pitchFamily="2" charset="-79"/>
            </a:endParaRPr>
          </a:p>
          <a:p>
            <a:endParaRPr lang="en-US" sz="2400" dirty="0">
              <a:latin typeface="Assistant" pitchFamily="2" charset="-79"/>
              <a:cs typeface="Assistant" pitchFamily="2" charset="-79"/>
            </a:endParaRPr>
          </a:p>
          <a:p>
            <a:pPr marL="0" indent="0">
              <a:buNone/>
            </a:pPr>
            <a:r>
              <a:rPr lang="en-US" sz="2400" b="0" i="0" dirty="0">
                <a:effectLst/>
                <a:latin typeface="Assistant" pitchFamily="2" charset="-79"/>
                <a:cs typeface="Assistant" pitchFamily="2" charset="-79"/>
              </a:rPr>
              <a:t>In this case 'foo' is a child of 'bar’, and 'bar' is an immediate child of 'main' so 'foo' also is a child of 'main'. In other words, 'main' is a parent of 'foo' and 'bar', and 'bar' is a parent of 'foo'.</a:t>
            </a:r>
          </a:p>
          <a:p>
            <a:endParaRPr lang="he-IL" sz="2400" dirty="0">
              <a:latin typeface="Assistant" pitchFamily="2" charset="-79"/>
              <a:cs typeface="Assistant" pitchFamily="2" charset="-79"/>
            </a:endParaRPr>
          </a:p>
        </p:txBody>
      </p:sp>
      <p:pic>
        <p:nvPicPr>
          <p:cNvPr id="5" name="Picture 4">
            <a:extLst>
              <a:ext uri="{FF2B5EF4-FFF2-40B4-BE49-F238E27FC236}">
                <a16:creationId xmlns:a16="http://schemas.microsoft.com/office/drawing/2014/main" id="{318C8D9B-275A-A8D8-E94A-64DC30AC4076}"/>
              </a:ext>
            </a:extLst>
          </p:cNvPr>
          <p:cNvPicPr>
            <a:picLocks noChangeAspect="1"/>
          </p:cNvPicPr>
          <p:nvPr/>
        </p:nvPicPr>
        <p:blipFill>
          <a:blip r:embed="rId2"/>
          <a:stretch>
            <a:fillRect/>
          </a:stretch>
        </p:blipFill>
        <p:spPr>
          <a:xfrm>
            <a:off x="2227434" y="246250"/>
            <a:ext cx="6639852" cy="3677163"/>
          </a:xfrm>
          <a:prstGeom prst="rect">
            <a:avLst/>
          </a:prstGeom>
        </p:spPr>
      </p:pic>
    </p:spTree>
    <p:extLst>
      <p:ext uri="{BB962C8B-B14F-4D97-AF65-F5344CB8AC3E}">
        <p14:creationId xmlns:p14="http://schemas.microsoft.com/office/powerpoint/2010/main" val="1120749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4A172-AB46-A01B-6AC0-A935F6DAF105}"/>
              </a:ext>
            </a:extLst>
          </p:cNvPr>
          <p:cNvSpPr>
            <a:spLocks noGrp="1"/>
          </p:cNvSpPr>
          <p:nvPr>
            <p:ph idx="1"/>
          </p:nvPr>
        </p:nvSpPr>
        <p:spPr>
          <a:xfrm>
            <a:off x="838200" y="447421"/>
            <a:ext cx="10515600" cy="5811838"/>
          </a:xfrm>
        </p:spPr>
        <p:txBody>
          <a:bodyPr>
            <a:normAutofit/>
          </a:bodyPr>
          <a:lstStyle/>
          <a:p>
            <a:pPr marL="0" indent="0">
              <a:buNone/>
            </a:pPr>
            <a:r>
              <a:rPr lang="en-US" sz="2400" b="0" i="0" dirty="0">
                <a:effectLst/>
                <a:latin typeface="Assistant" pitchFamily="2" charset="-79"/>
                <a:cs typeface="Assistant" pitchFamily="2" charset="-79"/>
              </a:rPr>
              <a:t>Suppose all samples are recorded in 'foo' and 'bar' only. When it's recorded with </a:t>
            </a:r>
            <a:r>
              <a:rPr lang="en-US" sz="2400" b="0" i="0" dirty="0" err="1">
                <a:effectLst/>
                <a:latin typeface="Assistant" pitchFamily="2" charset="-79"/>
                <a:cs typeface="Assistant" pitchFamily="2" charset="-79"/>
              </a:rPr>
              <a:t>callchains</a:t>
            </a:r>
            <a:r>
              <a:rPr lang="en-US" sz="2400" b="0" i="0" dirty="0">
                <a:effectLst/>
                <a:latin typeface="Assistant" pitchFamily="2" charset="-79"/>
                <a:cs typeface="Assistant" pitchFamily="2" charset="-79"/>
              </a:rPr>
              <a:t> the output will show something like below in the usual (self-overhead-only) output of perf report:</a:t>
            </a:r>
            <a:endParaRPr lang="he-IL" sz="2400" dirty="0">
              <a:latin typeface="Assistant" pitchFamily="2" charset="-79"/>
              <a:cs typeface="Assistant" pitchFamily="2" charset="-79"/>
            </a:endParaRPr>
          </a:p>
        </p:txBody>
      </p:sp>
      <p:pic>
        <p:nvPicPr>
          <p:cNvPr id="5" name="Picture 4">
            <a:extLst>
              <a:ext uri="{FF2B5EF4-FFF2-40B4-BE49-F238E27FC236}">
                <a16:creationId xmlns:a16="http://schemas.microsoft.com/office/drawing/2014/main" id="{CAC92B25-5339-9C12-2A8E-3F87D54178E4}"/>
              </a:ext>
            </a:extLst>
          </p:cNvPr>
          <p:cNvPicPr>
            <a:picLocks noChangeAspect="1"/>
          </p:cNvPicPr>
          <p:nvPr/>
        </p:nvPicPr>
        <p:blipFill>
          <a:blip r:embed="rId2"/>
          <a:stretch>
            <a:fillRect/>
          </a:stretch>
        </p:blipFill>
        <p:spPr>
          <a:xfrm>
            <a:off x="838200" y="1829277"/>
            <a:ext cx="5715798" cy="4077269"/>
          </a:xfrm>
          <a:prstGeom prst="rect">
            <a:avLst/>
          </a:prstGeom>
        </p:spPr>
      </p:pic>
    </p:spTree>
    <p:extLst>
      <p:ext uri="{BB962C8B-B14F-4D97-AF65-F5344CB8AC3E}">
        <p14:creationId xmlns:p14="http://schemas.microsoft.com/office/powerpoint/2010/main" val="1489613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E3CE38-267E-6F74-8062-0E9B52B793E4}"/>
              </a:ext>
            </a:extLst>
          </p:cNvPr>
          <p:cNvSpPr>
            <a:spLocks noGrp="1"/>
          </p:cNvSpPr>
          <p:nvPr>
            <p:ph idx="1"/>
          </p:nvPr>
        </p:nvSpPr>
        <p:spPr>
          <a:xfrm>
            <a:off x="838200" y="447421"/>
            <a:ext cx="10515600" cy="4351338"/>
          </a:xfrm>
        </p:spPr>
        <p:txBody>
          <a:bodyPr/>
          <a:lstStyle/>
          <a:p>
            <a:endParaRPr lang="he-IL" dirty="0"/>
          </a:p>
        </p:txBody>
      </p:sp>
      <p:pic>
        <p:nvPicPr>
          <p:cNvPr id="7" name="Picture 6">
            <a:extLst>
              <a:ext uri="{FF2B5EF4-FFF2-40B4-BE49-F238E27FC236}">
                <a16:creationId xmlns:a16="http://schemas.microsoft.com/office/drawing/2014/main" id="{1E83BE19-F55F-3E9E-3A65-C08DE98878F8}"/>
              </a:ext>
            </a:extLst>
          </p:cNvPr>
          <p:cNvPicPr>
            <a:picLocks noChangeAspect="1"/>
          </p:cNvPicPr>
          <p:nvPr/>
        </p:nvPicPr>
        <p:blipFill>
          <a:blip r:embed="rId2"/>
          <a:stretch>
            <a:fillRect/>
          </a:stretch>
        </p:blipFill>
        <p:spPr>
          <a:xfrm>
            <a:off x="2764654" y="232916"/>
            <a:ext cx="7220958" cy="6392167"/>
          </a:xfrm>
          <a:prstGeom prst="rect">
            <a:avLst/>
          </a:prstGeom>
        </p:spPr>
      </p:pic>
    </p:spTree>
    <p:extLst>
      <p:ext uri="{BB962C8B-B14F-4D97-AF65-F5344CB8AC3E}">
        <p14:creationId xmlns:p14="http://schemas.microsoft.com/office/powerpoint/2010/main" val="3709614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ED1-ED0F-CB23-1B63-599CA664A381}"/>
              </a:ext>
            </a:extLst>
          </p:cNvPr>
          <p:cNvSpPr>
            <a:spLocks noGrp="1"/>
          </p:cNvSpPr>
          <p:nvPr>
            <p:ph type="title"/>
          </p:nvPr>
        </p:nvSpPr>
        <p:spPr/>
        <p:txBody>
          <a:bodyPr/>
          <a:lstStyle/>
          <a:p>
            <a:r>
              <a:rPr lang="en-US" dirty="0"/>
              <a:t>Acknowledge</a:t>
            </a:r>
            <a:endParaRPr lang="he-IL" dirty="0"/>
          </a:p>
        </p:txBody>
      </p:sp>
      <p:sp>
        <p:nvSpPr>
          <p:cNvPr id="3" name="Content Placeholder 2">
            <a:extLst>
              <a:ext uri="{FF2B5EF4-FFF2-40B4-BE49-F238E27FC236}">
                <a16:creationId xmlns:a16="http://schemas.microsoft.com/office/drawing/2014/main" id="{D36C0DDA-DA25-6F40-4625-324FEBA701A4}"/>
              </a:ext>
            </a:extLst>
          </p:cNvPr>
          <p:cNvSpPr>
            <a:spLocks noGrp="1"/>
          </p:cNvSpPr>
          <p:nvPr>
            <p:ph idx="1"/>
          </p:nvPr>
        </p:nvSpPr>
        <p:spPr/>
        <p:txBody>
          <a:bodyPr/>
          <a:lstStyle/>
          <a:p>
            <a:r>
              <a:rPr lang="en-US" dirty="0"/>
              <a:t>Some Ideas and </a:t>
            </a:r>
            <a:r>
              <a:rPr lang="en-US" dirty="0" err="1"/>
              <a:t>sildes</a:t>
            </a:r>
            <a:r>
              <a:rPr lang="en-US" dirty="0"/>
              <a:t>, were taken from the internet, special thanks to:</a:t>
            </a:r>
          </a:p>
          <a:p>
            <a:pPr marL="0" indent="0">
              <a:buNone/>
            </a:pPr>
            <a:r>
              <a:rPr lang="en-US" sz="2800" b="1" dirty="0">
                <a:solidFill>
                  <a:schemeClr val="tx1"/>
                </a:solidFill>
              </a:rPr>
              <a:t>Suyog K Sethia</a:t>
            </a:r>
          </a:p>
          <a:p>
            <a:pPr marL="0" indent="0">
              <a:buNone/>
            </a:pPr>
            <a:r>
              <a:rPr lang="en-US" sz="2800" b="1">
                <a:solidFill>
                  <a:schemeClr val="tx1"/>
                </a:solidFill>
                <a:hlinkClick r:id="rId2"/>
              </a:rPr>
              <a:t>https</a:t>
            </a:r>
            <a:r>
              <a:rPr lang="en-US" sz="2800" b="1" dirty="0">
                <a:solidFill>
                  <a:schemeClr val="tx1"/>
                </a:solidFill>
                <a:hlinkClick r:id="rId2"/>
              </a:rPr>
              <a:t>://www.brendangregg.com/perf.html</a:t>
            </a:r>
            <a:endParaRPr lang="en-US" sz="2800" b="1" dirty="0">
              <a:solidFill>
                <a:schemeClr val="tx1"/>
              </a:solidFill>
            </a:endParaRPr>
          </a:p>
          <a:p>
            <a:pPr marL="0" indent="0">
              <a:buNone/>
            </a:pPr>
            <a:r>
              <a:rPr lang="en-US" sz="2800" b="1">
                <a:solidFill>
                  <a:schemeClr val="tx1"/>
                </a:solidFill>
              </a:rPr>
              <a:t>https</a:t>
            </a:r>
            <a:r>
              <a:rPr lang="en-US" sz="2800" b="1" dirty="0">
                <a:solidFill>
                  <a:schemeClr val="tx1"/>
                </a:solidFill>
              </a:rPr>
              <a:t>://perfwiki.github.io/main/tutorial/</a:t>
            </a:r>
          </a:p>
          <a:p>
            <a:endParaRPr lang="he-IL" dirty="0"/>
          </a:p>
        </p:txBody>
      </p:sp>
    </p:spTree>
    <p:extLst>
      <p:ext uri="{BB962C8B-B14F-4D97-AF65-F5344CB8AC3E}">
        <p14:creationId xmlns:p14="http://schemas.microsoft.com/office/powerpoint/2010/main" val="3699013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819</TotalTime>
  <Words>1179</Words>
  <Application>Microsoft Office PowerPoint</Application>
  <PresentationFormat>Widescreen</PresentationFormat>
  <Paragraphs>138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Assistant</vt:lpstr>
      <vt:lpstr>Avenir Next LT Pro</vt:lpstr>
      <vt:lpstr>Office Theme</vt:lpstr>
      <vt:lpstr>נ.נ. בתכנון משולב חומרה/תוכנה  אביב – 00460882 תרגול 1 Intro to perf -    </vt:lpstr>
      <vt:lpstr>Administrative</vt:lpstr>
      <vt:lpstr>Technical</vt:lpstr>
      <vt:lpstr>Technical</vt:lpstr>
      <vt:lpstr>Assistance</vt:lpstr>
      <vt:lpstr>My Motivation</vt:lpstr>
      <vt:lpstr>Motivation</vt:lpstr>
      <vt:lpstr>Disclaimer</vt:lpstr>
      <vt:lpstr>Introduction to Profiling</vt:lpstr>
      <vt:lpstr>Qualities of a great profiler</vt:lpstr>
      <vt:lpstr>Perf</vt:lpstr>
      <vt:lpstr>With perf, you can:</vt:lpstr>
      <vt:lpstr>The Power of perf</vt:lpstr>
      <vt:lpstr>Intro to perf</vt:lpstr>
      <vt:lpstr>Intro to perf</vt:lpstr>
      <vt:lpstr>PowerPoint Presentation</vt:lpstr>
      <vt:lpstr>Events</vt:lpstr>
      <vt:lpstr>PowerPoint Presentation</vt:lpstr>
      <vt:lpstr>PowerPoint Presentation</vt:lpstr>
      <vt:lpstr>PowerPoint Presentation</vt:lpstr>
      <vt:lpstr>Repeated measurement</vt:lpstr>
      <vt:lpstr>Sampling with perf record</vt:lpstr>
      <vt:lpstr>Flame Graph</vt:lpstr>
      <vt:lpstr>Callchains</vt:lpstr>
      <vt:lpstr>PowerPoint Presentation</vt:lpstr>
      <vt:lpstr>PowerPoint Presentation</vt:lpstr>
      <vt:lpstr>PowerPoint Presentation</vt:lpstr>
      <vt:lpstr>Acknowledge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Ohad Eitan</dc:creator>
  <cp:lastModifiedBy>Ohad Eitan</cp:lastModifiedBy>
  <cp:revision>1</cp:revision>
  <dcterms:created xsi:type="dcterms:W3CDTF">2025-04-03T10:26:27Z</dcterms:created>
  <dcterms:modified xsi:type="dcterms:W3CDTF">2026-04-09T06:15:36Z</dcterms:modified>
</cp:coreProperties>
</file>