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335" r:id="rId3"/>
    <p:sldId id="336" r:id="rId4"/>
    <p:sldId id="360" r:id="rId5"/>
    <p:sldId id="362" r:id="rId6"/>
    <p:sldId id="363" r:id="rId7"/>
    <p:sldId id="364" r:id="rId8"/>
    <p:sldId id="365" r:id="rId9"/>
    <p:sldId id="366" r:id="rId10"/>
    <p:sldId id="367" r:id="rId11"/>
    <p:sldId id="354" r:id="rId12"/>
    <p:sldId id="338" r:id="rId13"/>
    <p:sldId id="348" r:id="rId14"/>
    <p:sldId id="349" r:id="rId15"/>
    <p:sldId id="350" r:id="rId16"/>
    <p:sldId id="351" r:id="rId17"/>
    <p:sldId id="352" r:id="rId18"/>
    <p:sldId id="353" r:id="rId19"/>
    <p:sldId id="343" r:id="rId20"/>
    <p:sldId id="359" r:id="rId21"/>
    <p:sldId id="339" r:id="rId22"/>
    <p:sldId id="340" r:id="rId23"/>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EEFB"/>
    <a:srgbClr val="F8F392"/>
    <a:srgbClr val="008000"/>
    <a:srgbClr val="0000FF"/>
    <a:srgbClr val="FFFFFF"/>
    <a:srgbClr val="E2EEFC"/>
    <a:srgbClr val="FF8585"/>
    <a:srgbClr val="FFBA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6A4921-49BC-48D4-AAAD-8D5254D4472E}" v="52" dt="2026-04-10T11:03:59.1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84262" autoAdjust="0"/>
  </p:normalViewPr>
  <p:slideViewPr>
    <p:cSldViewPr snapToGrid="0" showGuides="1">
      <p:cViewPr varScale="1">
        <p:scale>
          <a:sx n="89" d="100"/>
          <a:sy n="89" d="100"/>
        </p:scale>
        <p:origin x="462" y="96"/>
      </p:cViewPr>
      <p:guideLst>
        <p:guide orient="horz" pos="2183"/>
        <p:guide pos="3817"/>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had Eitan" userId="716374f3-60b9-4c87-b257-64bda1c08bcd" providerId="ADAL" clId="{C1006F5B-54CA-4EC1-B3AF-25E6B237354D}"/>
    <pc:docChg chg="undo redo custSel addSld delSld modSld sldOrd modMainMaster">
      <pc:chgData name="Ohad Eitan" userId="716374f3-60b9-4c87-b257-64bda1c08bcd" providerId="ADAL" clId="{C1006F5B-54CA-4EC1-B3AF-25E6B237354D}" dt="2026-04-10T11:05:13.883" v="17649" actId="6549"/>
      <pc:docMkLst>
        <pc:docMk/>
      </pc:docMkLst>
      <pc:sldChg chg="addSp delSp modSp add mod setBg">
        <pc:chgData name="Ohad Eitan" userId="716374f3-60b9-4c87-b257-64bda1c08bcd" providerId="ADAL" clId="{C1006F5B-54CA-4EC1-B3AF-25E6B237354D}" dt="2026-04-10T10:20:20.883" v="16953"/>
        <pc:sldMkLst>
          <pc:docMk/>
          <pc:sldMk cId="954410245" sldId="335"/>
        </pc:sldMkLst>
        <pc:spChg chg="add mod">
          <ac:chgData name="Ohad Eitan" userId="716374f3-60b9-4c87-b257-64bda1c08bcd" providerId="ADAL" clId="{C1006F5B-54CA-4EC1-B3AF-25E6B237354D}" dt="2026-04-10T10:05:05.772" v="16932" actId="13926"/>
          <ac:spMkLst>
            <pc:docMk/>
            <pc:sldMk cId="954410245" sldId="335"/>
            <ac:spMk id="4" creationId="{B7E5D3A8-40DD-19AF-37EF-BDD7A8295C29}"/>
          </ac:spMkLst>
        </pc:spChg>
        <pc:spChg chg="add del">
          <ac:chgData name="Ohad Eitan" userId="716374f3-60b9-4c87-b257-64bda1c08bcd" providerId="ADAL" clId="{C1006F5B-54CA-4EC1-B3AF-25E6B237354D}" dt="2026-04-10T10:04:41.301" v="16926" actId="478"/>
          <ac:spMkLst>
            <pc:docMk/>
            <pc:sldMk cId="954410245" sldId="335"/>
            <ac:spMk id="5" creationId="{C798CFEE-5AE3-134C-8C96-5C726458A14D}"/>
          </ac:spMkLst>
        </pc:spChg>
        <pc:spChg chg="add del">
          <ac:chgData name="Ohad Eitan" userId="716374f3-60b9-4c87-b257-64bda1c08bcd" providerId="ADAL" clId="{C1006F5B-54CA-4EC1-B3AF-25E6B237354D}" dt="2026-04-10T10:04:41.301" v="16926" actId="478"/>
          <ac:spMkLst>
            <pc:docMk/>
            <pc:sldMk cId="954410245" sldId="335"/>
            <ac:spMk id="6" creationId="{CCF77AF5-C936-154A-814B-501EFA81AAE2}"/>
          </ac:spMkLst>
        </pc:spChg>
        <pc:spChg chg="add del">
          <ac:chgData name="Ohad Eitan" userId="716374f3-60b9-4c87-b257-64bda1c08bcd" providerId="ADAL" clId="{C1006F5B-54CA-4EC1-B3AF-25E6B237354D}" dt="2026-04-10T10:04:41.301" v="16926" actId="478"/>
          <ac:spMkLst>
            <pc:docMk/>
            <pc:sldMk cId="954410245" sldId="335"/>
            <ac:spMk id="7" creationId="{7F2670AF-CE5D-B944-9F1C-6E3C0608A6CE}"/>
          </ac:spMkLst>
        </pc:spChg>
        <pc:spChg chg="add del">
          <ac:chgData name="Ohad Eitan" userId="716374f3-60b9-4c87-b257-64bda1c08bcd" providerId="ADAL" clId="{C1006F5B-54CA-4EC1-B3AF-25E6B237354D}" dt="2026-04-10T10:04:41.301" v="16926" actId="478"/>
          <ac:spMkLst>
            <pc:docMk/>
            <pc:sldMk cId="954410245" sldId="335"/>
            <ac:spMk id="8" creationId="{34A6ABA1-7460-FE4E-B34F-6F63738C6996}"/>
          </ac:spMkLst>
        </pc:spChg>
        <pc:spChg chg="add del">
          <ac:chgData name="Ohad Eitan" userId="716374f3-60b9-4c87-b257-64bda1c08bcd" providerId="ADAL" clId="{C1006F5B-54CA-4EC1-B3AF-25E6B237354D}" dt="2026-04-10T10:04:41.301" v="16926" actId="478"/>
          <ac:spMkLst>
            <pc:docMk/>
            <pc:sldMk cId="954410245" sldId="335"/>
            <ac:spMk id="9" creationId="{A51E1655-C8AD-614D-9AB9-CF453DEB035D}"/>
          </ac:spMkLst>
        </pc:spChg>
        <pc:spChg chg="add del">
          <ac:chgData name="Ohad Eitan" userId="716374f3-60b9-4c87-b257-64bda1c08bcd" providerId="ADAL" clId="{C1006F5B-54CA-4EC1-B3AF-25E6B237354D}" dt="2026-04-10T10:04:41.301" v="16926" actId="478"/>
          <ac:spMkLst>
            <pc:docMk/>
            <pc:sldMk cId="954410245" sldId="335"/>
            <ac:spMk id="10" creationId="{FB6FC166-E8C9-E64E-8F5D-575343C6DD63}"/>
          </ac:spMkLst>
        </pc:spChg>
        <pc:spChg chg="add del">
          <ac:chgData name="Ohad Eitan" userId="716374f3-60b9-4c87-b257-64bda1c08bcd" providerId="ADAL" clId="{C1006F5B-54CA-4EC1-B3AF-25E6B237354D}" dt="2026-04-10T10:04:41.301" v="16926" actId="478"/>
          <ac:spMkLst>
            <pc:docMk/>
            <pc:sldMk cId="954410245" sldId="335"/>
            <ac:spMk id="11" creationId="{8DD89BB7-E470-FE47-A78A-252922BA1BBB}"/>
          </ac:spMkLst>
        </pc:spChg>
      </pc:sldChg>
      <pc:sldChg chg="modSp mod">
        <pc:chgData name="Ohad Eitan" userId="716374f3-60b9-4c87-b257-64bda1c08bcd" providerId="ADAL" clId="{C1006F5B-54CA-4EC1-B3AF-25E6B237354D}" dt="2026-04-10T10:20:38.586" v="16961" actId="5793"/>
        <pc:sldMkLst>
          <pc:docMk/>
          <pc:sldMk cId="582749365" sldId="336"/>
        </pc:sldMkLst>
        <pc:spChg chg="mod">
          <ac:chgData name="Ohad Eitan" userId="716374f3-60b9-4c87-b257-64bda1c08bcd" providerId="ADAL" clId="{C1006F5B-54CA-4EC1-B3AF-25E6B237354D}" dt="2026-04-10T10:20:38.586" v="16961" actId="5793"/>
          <ac:spMkLst>
            <pc:docMk/>
            <pc:sldMk cId="582749365" sldId="336"/>
            <ac:spMk id="7" creationId="{70B4EC43-20C2-1DA5-646B-B8D26CF7D003}"/>
          </ac:spMkLst>
        </pc:spChg>
      </pc:sldChg>
      <pc:sldChg chg="setBg">
        <pc:chgData name="Ohad Eitan" userId="716374f3-60b9-4c87-b257-64bda1c08bcd" providerId="ADAL" clId="{C1006F5B-54CA-4EC1-B3AF-25E6B237354D}" dt="2026-04-10T10:19:53.256" v="16935"/>
        <pc:sldMkLst>
          <pc:docMk/>
          <pc:sldMk cId="3798185240" sldId="360"/>
        </pc:sldMkLst>
      </pc:sldChg>
      <pc:sldChg chg="new del">
        <pc:chgData name="Ohad Eitan" userId="716374f3-60b9-4c87-b257-64bda1c08bcd" providerId="ADAL" clId="{C1006F5B-54CA-4EC1-B3AF-25E6B237354D}" dt="2026-04-10T10:30:49.944" v="17091" actId="47"/>
        <pc:sldMkLst>
          <pc:docMk/>
          <pc:sldMk cId="1028100024" sldId="361"/>
        </pc:sldMkLst>
      </pc:sldChg>
      <pc:sldChg chg="addSp delSp modSp new mod ord">
        <pc:chgData name="Ohad Eitan" userId="716374f3-60b9-4c87-b257-64bda1c08bcd" providerId="ADAL" clId="{C1006F5B-54CA-4EC1-B3AF-25E6B237354D}" dt="2026-04-10T10:45:55.638" v="17197" actId="113"/>
        <pc:sldMkLst>
          <pc:docMk/>
          <pc:sldMk cId="2948121011" sldId="362"/>
        </pc:sldMkLst>
        <pc:spChg chg="add mod">
          <ac:chgData name="Ohad Eitan" userId="716374f3-60b9-4c87-b257-64bda1c08bcd" providerId="ADAL" clId="{C1006F5B-54CA-4EC1-B3AF-25E6B237354D}" dt="2026-04-10T10:45:55.638" v="17197" actId="113"/>
          <ac:spMkLst>
            <pc:docMk/>
            <pc:sldMk cId="2948121011" sldId="362"/>
            <ac:spMk id="3" creationId="{6C8B0660-C090-A393-2600-F1C7439B7ECF}"/>
          </ac:spMkLst>
        </pc:spChg>
        <pc:spChg chg="add del mod">
          <ac:chgData name="Ohad Eitan" userId="716374f3-60b9-4c87-b257-64bda1c08bcd" providerId="ADAL" clId="{C1006F5B-54CA-4EC1-B3AF-25E6B237354D}" dt="2026-04-10T10:24:16.684" v="16981" actId="478"/>
          <ac:spMkLst>
            <pc:docMk/>
            <pc:sldMk cId="2948121011" sldId="362"/>
            <ac:spMk id="4" creationId="{23FB4B7F-2D7D-00CA-6B0D-2C8C6DEB44AA}"/>
          </ac:spMkLst>
        </pc:spChg>
        <pc:spChg chg="add del mod">
          <ac:chgData name="Ohad Eitan" userId="716374f3-60b9-4c87-b257-64bda1c08bcd" providerId="ADAL" clId="{C1006F5B-54CA-4EC1-B3AF-25E6B237354D}" dt="2026-04-10T10:24:16.684" v="16981" actId="478"/>
          <ac:spMkLst>
            <pc:docMk/>
            <pc:sldMk cId="2948121011" sldId="362"/>
            <ac:spMk id="6" creationId="{81D4B234-4863-AC6A-C4FF-0B6DDFBC8219}"/>
          </ac:spMkLst>
        </pc:spChg>
        <pc:spChg chg="add del mod">
          <ac:chgData name="Ohad Eitan" userId="716374f3-60b9-4c87-b257-64bda1c08bcd" providerId="ADAL" clId="{C1006F5B-54CA-4EC1-B3AF-25E6B237354D}" dt="2026-04-10T10:24:16.684" v="16981" actId="478"/>
          <ac:spMkLst>
            <pc:docMk/>
            <pc:sldMk cId="2948121011" sldId="362"/>
            <ac:spMk id="8" creationId="{A5716715-A789-99BF-B0DF-C77DEFDD0E17}"/>
          </ac:spMkLst>
        </pc:spChg>
        <pc:spChg chg="add mod">
          <ac:chgData name="Ohad Eitan" userId="716374f3-60b9-4c87-b257-64bda1c08bcd" providerId="ADAL" clId="{C1006F5B-54CA-4EC1-B3AF-25E6B237354D}" dt="2026-04-10T10:22:53.009" v="16980" actId="1076"/>
          <ac:spMkLst>
            <pc:docMk/>
            <pc:sldMk cId="2948121011" sldId="362"/>
            <ac:spMk id="9" creationId="{3CF65AE4-0507-BF54-1ABD-25502F72BF54}"/>
          </ac:spMkLst>
        </pc:spChg>
        <pc:spChg chg="add mod">
          <ac:chgData name="Ohad Eitan" userId="716374f3-60b9-4c87-b257-64bda1c08bcd" providerId="ADAL" clId="{C1006F5B-54CA-4EC1-B3AF-25E6B237354D}" dt="2026-04-10T10:22:53.009" v="16980" actId="1076"/>
          <ac:spMkLst>
            <pc:docMk/>
            <pc:sldMk cId="2948121011" sldId="362"/>
            <ac:spMk id="10" creationId="{31BF56E2-541B-5F54-CF72-5E97D78AB37C}"/>
          </ac:spMkLst>
        </pc:spChg>
        <pc:spChg chg="add mod">
          <ac:chgData name="Ohad Eitan" userId="716374f3-60b9-4c87-b257-64bda1c08bcd" providerId="ADAL" clId="{C1006F5B-54CA-4EC1-B3AF-25E6B237354D}" dt="2026-04-10T10:22:53.009" v="16980" actId="1076"/>
          <ac:spMkLst>
            <pc:docMk/>
            <pc:sldMk cId="2948121011" sldId="362"/>
            <ac:spMk id="11" creationId="{DA55D489-E881-6231-3892-33589A038CDA}"/>
          </ac:spMkLst>
        </pc:spChg>
        <pc:spChg chg="mod">
          <ac:chgData name="Ohad Eitan" userId="716374f3-60b9-4c87-b257-64bda1c08bcd" providerId="ADAL" clId="{C1006F5B-54CA-4EC1-B3AF-25E6B237354D}" dt="2026-04-10T10:24:50.459" v="16989" actId="1076"/>
          <ac:spMkLst>
            <pc:docMk/>
            <pc:sldMk cId="2948121011" sldId="362"/>
            <ac:spMk id="12" creationId="{CFDBB18F-387E-3A28-F7BA-80AE65B751D0}"/>
          </ac:spMkLst>
        </pc:spChg>
        <pc:spChg chg="add mod">
          <ac:chgData name="Ohad Eitan" userId="716374f3-60b9-4c87-b257-64bda1c08bcd" providerId="ADAL" clId="{C1006F5B-54CA-4EC1-B3AF-25E6B237354D}" dt="2026-04-10T10:25:29.473" v="16992" actId="2711"/>
          <ac:spMkLst>
            <pc:docMk/>
            <pc:sldMk cId="2948121011" sldId="362"/>
            <ac:spMk id="13" creationId="{FD024F0F-2E47-0439-DC24-A4F3719201F7}"/>
          </ac:spMkLst>
        </pc:spChg>
        <pc:spChg chg="mod">
          <ac:chgData name="Ohad Eitan" userId="716374f3-60b9-4c87-b257-64bda1c08bcd" providerId="ADAL" clId="{C1006F5B-54CA-4EC1-B3AF-25E6B237354D}" dt="2026-04-10T10:26:15.643" v="17010" actId="14100"/>
          <ac:spMkLst>
            <pc:docMk/>
            <pc:sldMk cId="2948121011" sldId="362"/>
            <ac:spMk id="14" creationId="{85F3069F-15D1-90E7-5139-F99A603E087B}"/>
          </ac:spMkLst>
        </pc:spChg>
        <pc:spChg chg="mod">
          <ac:chgData name="Ohad Eitan" userId="716374f3-60b9-4c87-b257-64bda1c08bcd" providerId="ADAL" clId="{C1006F5B-54CA-4EC1-B3AF-25E6B237354D}" dt="2026-04-10T10:25:53.529" v="16997" actId="403"/>
          <ac:spMkLst>
            <pc:docMk/>
            <pc:sldMk cId="2948121011" sldId="362"/>
            <ac:spMk id="15" creationId="{0908FC59-B960-D68A-AF20-BE8452F23E0E}"/>
          </ac:spMkLst>
        </pc:spChg>
        <pc:spChg chg="add mod">
          <ac:chgData name="Ohad Eitan" userId="716374f3-60b9-4c87-b257-64bda1c08bcd" providerId="ADAL" clId="{C1006F5B-54CA-4EC1-B3AF-25E6B237354D}" dt="2026-04-10T10:26:23.882" v="17012" actId="1076"/>
          <ac:spMkLst>
            <pc:docMk/>
            <pc:sldMk cId="2948121011" sldId="362"/>
            <ac:spMk id="16" creationId="{FFACFC54-75B8-2142-4208-5D880DC54B0A}"/>
          </ac:spMkLst>
        </pc:spChg>
        <pc:spChg chg="mod">
          <ac:chgData name="Ohad Eitan" userId="716374f3-60b9-4c87-b257-64bda1c08bcd" providerId="ADAL" clId="{C1006F5B-54CA-4EC1-B3AF-25E6B237354D}" dt="2026-04-10T10:26:31.916" v="17026" actId="1036"/>
          <ac:spMkLst>
            <pc:docMk/>
            <pc:sldMk cId="2948121011" sldId="362"/>
            <ac:spMk id="17" creationId="{068BF532-F67C-AC51-FD07-DFC84BB6F8CD}"/>
          </ac:spMkLst>
        </pc:spChg>
        <pc:spChg chg="add mod">
          <ac:chgData name="Ohad Eitan" userId="716374f3-60b9-4c87-b257-64bda1c08bcd" providerId="ADAL" clId="{C1006F5B-54CA-4EC1-B3AF-25E6B237354D}" dt="2026-04-10T10:26:31.916" v="17026" actId="1036"/>
          <ac:spMkLst>
            <pc:docMk/>
            <pc:sldMk cId="2948121011" sldId="362"/>
            <ac:spMk id="18" creationId="{1D114FC6-5F4E-D176-6548-C6B78D0A8A93}"/>
          </ac:spMkLst>
        </pc:spChg>
        <pc:spChg chg="mod">
          <ac:chgData name="Ohad Eitan" userId="716374f3-60b9-4c87-b257-64bda1c08bcd" providerId="ADAL" clId="{C1006F5B-54CA-4EC1-B3AF-25E6B237354D}" dt="2026-04-10T10:27:06.568" v="17028" actId="14100"/>
          <ac:spMkLst>
            <pc:docMk/>
            <pc:sldMk cId="2948121011" sldId="362"/>
            <ac:spMk id="19" creationId="{9CDCBDA9-0C10-7A16-FD4C-39B0B4253679}"/>
          </ac:spMkLst>
        </pc:spChg>
        <pc:spChg chg="add mod">
          <ac:chgData name="Ohad Eitan" userId="716374f3-60b9-4c87-b257-64bda1c08bcd" providerId="ADAL" clId="{C1006F5B-54CA-4EC1-B3AF-25E6B237354D}" dt="2026-04-10T10:26:31.916" v="17026" actId="1036"/>
          <ac:spMkLst>
            <pc:docMk/>
            <pc:sldMk cId="2948121011" sldId="362"/>
            <ac:spMk id="20" creationId="{FB78BE9E-9E49-0B55-6DA8-AF781B2381EF}"/>
          </ac:spMkLst>
        </pc:spChg>
        <pc:spChg chg="add mod">
          <ac:chgData name="Ohad Eitan" userId="716374f3-60b9-4c87-b257-64bda1c08bcd" providerId="ADAL" clId="{C1006F5B-54CA-4EC1-B3AF-25E6B237354D}" dt="2026-04-10T10:27:30.359" v="17035" actId="1036"/>
          <ac:spMkLst>
            <pc:docMk/>
            <pc:sldMk cId="2948121011" sldId="362"/>
            <ac:spMk id="21" creationId="{FAEE3F3F-DDDA-4108-29DA-C10AB7C28391}"/>
          </ac:spMkLst>
        </pc:spChg>
        <pc:spChg chg="add mod">
          <ac:chgData name="Ohad Eitan" userId="716374f3-60b9-4c87-b257-64bda1c08bcd" providerId="ADAL" clId="{C1006F5B-54CA-4EC1-B3AF-25E6B237354D}" dt="2026-04-10T10:29:48.164" v="17074" actId="1036"/>
          <ac:spMkLst>
            <pc:docMk/>
            <pc:sldMk cId="2948121011" sldId="362"/>
            <ac:spMk id="22" creationId="{6738D434-CC41-15EE-B6F6-F98B7703F0AD}"/>
          </ac:spMkLst>
        </pc:spChg>
        <pc:spChg chg="add mod">
          <ac:chgData name="Ohad Eitan" userId="716374f3-60b9-4c87-b257-64bda1c08bcd" providerId="ADAL" clId="{C1006F5B-54CA-4EC1-B3AF-25E6B237354D}" dt="2026-04-10T10:29:48.164" v="17074" actId="1036"/>
          <ac:spMkLst>
            <pc:docMk/>
            <pc:sldMk cId="2948121011" sldId="362"/>
            <ac:spMk id="23" creationId="{867A94F1-80FF-85D6-3B03-FE37EAAF7FF0}"/>
          </ac:spMkLst>
        </pc:spChg>
        <pc:spChg chg="add mod">
          <ac:chgData name="Ohad Eitan" userId="716374f3-60b9-4c87-b257-64bda1c08bcd" providerId="ADAL" clId="{C1006F5B-54CA-4EC1-B3AF-25E6B237354D}" dt="2026-04-10T10:29:39.421" v="17070" actId="1036"/>
          <ac:spMkLst>
            <pc:docMk/>
            <pc:sldMk cId="2948121011" sldId="362"/>
            <ac:spMk id="24" creationId="{47D75DB6-5F54-95B0-15E3-7794A832D215}"/>
          </ac:spMkLst>
        </pc:spChg>
        <pc:spChg chg="add mod">
          <ac:chgData name="Ohad Eitan" userId="716374f3-60b9-4c87-b257-64bda1c08bcd" providerId="ADAL" clId="{C1006F5B-54CA-4EC1-B3AF-25E6B237354D}" dt="2026-04-10T10:29:39.421" v="17070" actId="1036"/>
          <ac:spMkLst>
            <pc:docMk/>
            <pc:sldMk cId="2948121011" sldId="362"/>
            <ac:spMk id="25" creationId="{523AD6E9-61B0-D455-4722-4B0BEEB3B5AF}"/>
          </ac:spMkLst>
        </pc:spChg>
        <pc:spChg chg="add mod">
          <ac:chgData name="Ohad Eitan" userId="716374f3-60b9-4c87-b257-64bda1c08bcd" providerId="ADAL" clId="{C1006F5B-54CA-4EC1-B3AF-25E6B237354D}" dt="2026-04-10T10:29:39.421" v="17070" actId="1036"/>
          <ac:spMkLst>
            <pc:docMk/>
            <pc:sldMk cId="2948121011" sldId="362"/>
            <ac:spMk id="26" creationId="{8A6B6D08-0781-6514-3A94-2776A404C0E2}"/>
          </ac:spMkLst>
        </pc:spChg>
        <pc:picChg chg="add del mod">
          <ac:chgData name="Ohad Eitan" userId="716374f3-60b9-4c87-b257-64bda1c08bcd" providerId="ADAL" clId="{C1006F5B-54CA-4EC1-B3AF-25E6B237354D}" dt="2026-04-10T10:30:37.600" v="17089" actId="478"/>
          <ac:picMkLst>
            <pc:docMk/>
            <pc:sldMk cId="2948121011" sldId="362"/>
            <ac:picMk id="2" creationId="{39DA1D48-38E6-B471-853E-16D09B2D3362}"/>
          </ac:picMkLst>
        </pc:picChg>
        <pc:cxnChg chg="add del mod">
          <ac:chgData name="Ohad Eitan" userId="716374f3-60b9-4c87-b257-64bda1c08bcd" providerId="ADAL" clId="{C1006F5B-54CA-4EC1-B3AF-25E6B237354D}" dt="2026-04-10T10:30:03.553" v="17075" actId="478"/>
          <ac:cxnSpMkLst>
            <pc:docMk/>
            <pc:sldMk cId="2948121011" sldId="362"/>
            <ac:cxnSpMk id="28" creationId="{1E0D83D4-9186-8DF2-956B-1E0C325F5ADC}"/>
          </ac:cxnSpMkLst>
        </pc:cxnChg>
      </pc:sldChg>
      <pc:sldChg chg="addSp delSp modSp add mod">
        <pc:chgData name="Ohad Eitan" userId="716374f3-60b9-4c87-b257-64bda1c08bcd" providerId="ADAL" clId="{C1006F5B-54CA-4EC1-B3AF-25E6B237354D}" dt="2026-04-10T10:36:17.182" v="17189" actId="6549"/>
        <pc:sldMkLst>
          <pc:docMk/>
          <pc:sldMk cId="1341768391" sldId="363"/>
        </pc:sldMkLst>
        <pc:spChg chg="add mod">
          <ac:chgData name="Ohad Eitan" userId="716374f3-60b9-4c87-b257-64bda1c08bcd" providerId="ADAL" clId="{C1006F5B-54CA-4EC1-B3AF-25E6B237354D}" dt="2026-04-10T10:31:22.311" v="17099" actId="403"/>
          <ac:spMkLst>
            <pc:docMk/>
            <pc:sldMk cId="1341768391" sldId="363"/>
            <ac:spMk id="2" creationId="{D54975D5-C27F-B948-D4A0-42DA00EFB9B8}"/>
          </ac:spMkLst>
        </pc:spChg>
        <pc:spChg chg="mod">
          <ac:chgData name="Ohad Eitan" userId="716374f3-60b9-4c87-b257-64bda1c08bcd" providerId="ADAL" clId="{C1006F5B-54CA-4EC1-B3AF-25E6B237354D}" dt="2026-04-10T10:31:03.303" v="17093" actId="108"/>
          <ac:spMkLst>
            <pc:docMk/>
            <pc:sldMk cId="1341768391" sldId="363"/>
            <ac:spMk id="3" creationId="{6E265A93-7924-A15C-C86C-9BED70E3D1D6}"/>
          </ac:spMkLst>
        </pc:spChg>
        <pc:spChg chg="add mod">
          <ac:chgData name="Ohad Eitan" userId="716374f3-60b9-4c87-b257-64bda1c08bcd" providerId="ADAL" clId="{C1006F5B-54CA-4EC1-B3AF-25E6B237354D}" dt="2026-04-10T10:33:01.416" v="17128" actId="403"/>
          <ac:spMkLst>
            <pc:docMk/>
            <pc:sldMk cId="1341768391" sldId="363"/>
            <ac:spMk id="4" creationId="{BFE76F42-0CFC-C898-7314-2F88741EF6B8}"/>
          </ac:spMkLst>
        </pc:spChg>
        <pc:spChg chg="add mod">
          <ac:chgData name="Ohad Eitan" userId="716374f3-60b9-4c87-b257-64bda1c08bcd" providerId="ADAL" clId="{C1006F5B-54CA-4EC1-B3AF-25E6B237354D}" dt="2026-04-10T10:33:01.416" v="17128" actId="403"/>
          <ac:spMkLst>
            <pc:docMk/>
            <pc:sldMk cId="1341768391" sldId="363"/>
            <ac:spMk id="5" creationId="{066526E6-DA0F-2EDA-B34A-16F80FBFC2CB}"/>
          </ac:spMkLst>
        </pc:spChg>
        <pc:spChg chg="add mod">
          <ac:chgData name="Ohad Eitan" userId="716374f3-60b9-4c87-b257-64bda1c08bcd" providerId="ADAL" clId="{C1006F5B-54CA-4EC1-B3AF-25E6B237354D}" dt="2026-04-10T10:33:01.416" v="17128" actId="403"/>
          <ac:spMkLst>
            <pc:docMk/>
            <pc:sldMk cId="1341768391" sldId="363"/>
            <ac:spMk id="6" creationId="{6FAFDF1D-64D8-C236-261F-D7EF6EE06BD1}"/>
          </ac:spMkLst>
        </pc:spChg>
        <pc:spChg chg="add mod">
          <ac:chgData name="Ohad Eitan" userId="716374f3-60b9-4c87-b257-64bda1c08bcd" providerId="ADAL" clId="{C1006F5B-54CA-4EC1-B3AF-25E6B237354D}" dt="2026-04-10T10:33:01.416" v="17128" actId="403"/>
          <ac:spMkLst>
            <pc:docMk/>
            <pc:sldMk cId="1341768391" sldId="363"/>
            <ac:spMk id="7" creationId="{928C26E4-9496-A8DA-180C-4CD1364F0667}"/>
          </ac:spMkLst>
        </pc:spChg>
        <pc:spChg chg="add mod">
          <ac:chgData name="Ohad Eitan" userId="716374f3-60b9-4c87-b257-64bda1c08bcd" providerId="ADAL" clId="{C1006F5B-54CA-4EC1-B3AF-25E6B237354D}" dt="2026-04-10T10:33:01.416" v="17128" actId="403"/>
          <ac:spMkLst>
            <pc:docMk/>
            <pc:sldMk cId="1341768391" sldId="363"/>
            <ac:spMk id="8" creationId="{CDFD89B6-B0E3-4DF2-4F07-822000911A79}"/>
          </ac:spMkLst>
        </pc:spChg>
        <pc:spChg chg="add mod">
          <ac:chgData name="Ohad Eitan" userId="716374f3-60b9-4c87-b257-64bda1c08bcd" providerId="ADAL" clId="{C1006F5B-54CA-4EC1-B3AF-25E6B237354D}" dt="2026-04-10T10:33:01.416" v="17128" actId="403"/>
          <ac:spMkLst>
            <pc:docMk/>
            <pc:sldMk cId="1341768391" sldId="363"/>
            <ac:spMk id="9" creationId="{7E7B22A9-74FF-36C3-1BF1-6A991386E66D}"/>
          </ac:spMkLst>
        </pc:spChg>
        <pc:spChg chg="add mod">
          <ac:chgData name="Ohad Eitan" userId="716374f3-60b9-4c87-b257-64bda1c08bcd" providerId="ADAL" clId="{C1006F5B-54CA-4EC1-B3AF-25E6B237354D}" dt="2026-04-10T10:33:01.416" v="17128" actId="403"/>
          <ac:spMkLst>
            <pc:docMk/>
            <pc:sldMk cId="1341768391" sldId="363"/>
            <ac:spMk id="10" creationId="{D8CAED08-26C6-BF17-F3AC-318F1480C8B5}"/>
          </ac:spMkLst>
        </pc:spChg>
        <pc:spChg chg="add mod">
          <ac:chgData name="Ohad Eitan" userId="716374f3-60b9-4c87-b257-64bda1c08bcd" providerId="ADAL" clId="{C1006F5B-54CA-4EC1-B3AF-25E6B237354D}" dt="2026-04-10T10:33:01.416" v="17128" actId="403"/>
          <ac:spMkLst>
            <pc:docMk/>
            <pc:sldMk cId="1341768391" sldId="363"/>
            <ac:spMk id="11" creationId="{17BA5977-0C6D-F33C-577A-FE8F5A8414C8}"/>
          </ac:spMkLst>
        </pc:spChg>
        <pc:spChg chg="del">
          <ac:chgData name="Ohad Eitan" userId="716374f3-60b9-4c87-b257-64bda1c08bcd" providerId="ADAL" clId="{C1006F5B-54CA-4EC1-B3AF-25E6B237354D}" dt="2026-04-10T10:31:09.125" v="17094" actId="478"/>
          <ac:spMkLst>
            <pc:docMk/>
            <pc:sldMk cId="1341768391" sldId="363"/>
            <ac:spMk id="12" creationId="{46155D6E-6E70-4CEB-B913-734C2B83B140}"/>
          </ac:spMkLst>
        </pc:spChg>
        <pc:spChg chg="del">
          <ac:chgData name="Ohad Eitan" userId="716374f3-60b9-4c87-b257-64bda1c08bcd" providerId="ADAL" clId="{C1006F5B-54CA-4EC1-B3AF-25E6B237354D}" dt="2026-04-10T10:31:09.125" v="17094" actId="478"/>
          <ac:spMkLst>
            <pc:docMk/>
            <pc:sldMk cId="1341768391" sldId="363"/>
            <ac:spMk id="13" creationId="{C4EAC443-7783-D775-7834-C9CC7CACE11A}"/>
          </ac:spMkLst>
        </pc:spChg>
        <pc:spChg chg="del">
          <ac:chgData name="Ohad Eitan" userId="716374f3-60b9-4c87-b257-64bda1c08bcd" providerId="ADAL" clId="{C1006F5B-54CA-4EC1-B3AF-25E6B237354D}" dt="2026-04-10T10:31:09.125" v="17094" actId="478"/>
          <ac:spMkLst>
            <pc:docMk/>
            <pc:sldMk cId="1341768391" sldId="363"/>
            <ac:spMk id="15" creationId="{59DAB422-2A0F-68A4-D026-A06EA5EA0B07}"/>
          </ac:spMkLst>
        </pc:spChg>
        <pc:spChg chg="del">
          <ac:chgData name="Ohad Eitan" userId="716374f3-60b9-4c87-b257-64bda1c08bcd" providerId="ADAL" clId="{C1006F5B-54CA-4EC1-B3AF-25E6B237354D}" dt="2026-04-10T10:31:09.125" v="17094" actId="478"/>
          <ac:spMkLst>
            <pc:docMk/>
            <pc:sldMk cId="1341768391" sldId="363"/>
            <ac:spMk id="17" creationId="{8C144E74-D05B-05ED-46E2-944AA7BE662F}"/>
          </ac:spMkLst>
        </pc:spChg>
        <pc:spChg chg="del">
          <ac:chgData name="Ohad Eitan" userId="716374f3-60b9-4c87-b257-64bda1c08bcd" providerId="ADAL" clId="{C1006F5B-54CA-4EC1-B3AF-25E6B237354D}" dt="2026-04-10T10:31:09.125" v="17094" actId="478"/>
          <ac:spMkLst>
            <pc:docMk/>
            <pc:sldMk cId="1341768391" sldId="363"/>
            <ac:spMk id="18" creationId="{CF4B394A-F182-6ACC-0214-EA7B6C797CB5}"/>
          </ac:spMkLst>
        </pc:spChg>
        <pc:spChg chg="del">
          <ac:chgData name="Ohad Eitan" userId="716374f3-60b9-4c87-b257-64bda1c08bcd" providerId="ADAL" clId="{C1006F5B-54CA-4EC1-B3AF-25E6B237354D}" dt="2026-04-10T10:31:09.125" v="17094" actId="478"/>
          <ac:spMkLst>
            <pc:docMk/>
            <pc:sldMk cId="1341768391" sldId="363"/>
            <ac:spMk id="19" creationId="{CCA4269B-82DC-E8F3-D1F2-EB1938BE1F66}"/>
          </ac:spMkLst>
        </pc:spChg>
        <pc:spChg chg="del">
          <ac:chgData name="Ohad Eitan" userId="716374f3-60b9-4c87-b257-64bda1c08bcd" providerId="ADAL" clId="{C1006F5B-54CA-4EC1-B3AF-25E6B237354D}" dt="2026-04-10T10:31:09.125" v="17094" actId="478"/>
          <ac:spMkLst>
            <pc:docMk/>
            <pc:sldMk cId="1341768391" sldId="363"/>
            <ac:spMk id="20" creationId="{3E0F555E-A95C-498D-5003-C2195AEB7686}"/>
          </ac:spMkLst>
        </pc:spChg>
        <pc:spChg chg="del">
          <ac:chgData name="Ohad Eitan" userId="716374f3-60b9-4c87-b257-64bda1c08bcd" providerId="ADAL" clId="{C1006F5B-54CA-4EC1-B3AF-25E6B237354D}" dt="2026-04-10T10:31:09.125" v="17094" actId="478"/>
          <ac:spMkLst>
            <pc:docMk/>
            <pc:sldMk cId="1341768391" sldId="363"/>
            <ac:spMk id="23" creationId="{2CDC3D50-91A0-12AE-E610-06FE10B0F12C}"/>
          </ac:spMkLst>
        </pc:spChg>
        <pc:spChg chg="del">
          <ac:chgData name="Ohad Eitan" userId="716374f3-60b9-4c87-b257-64bda1c08bcd" providerId="ADAL" clId="{C1006F5B-54CA-4EC1-B3AF-25E6B237354D}" dt="2026-04-10T10:31:09.125" v="17094" actId="478"/>
          <ac:spMkLst>
            <pc:docMk/>
            <pc:sldMk cId="1341768391" sldId="363"/>
            <ac:spMk id="24" creationId="{D47BDAE4-67DE-6E03-5B30-A3AB899372CF}"/>
          </ac:spMkLst>
        </pc:spChg>
        <pc:spChg chg="del">
          <ac:chgData name="Ohad Eitan" userId="716374f3-60b9-4c87-b257-64bda1c08bcd" providerId="ADAL" clId="{C1006F5B-54CA-4EC1-B3AF-25E6B237354D}" dt="2026-04-10T10:31:09.125" v="17094" actId="478"/>
          <ac:spMkLst>
            <pc:docMk/>
            <pc:sldMk cId="1341768391" sldId="363"/>
            <ac:spMk id="26" creationId="{0C0D298C-F09E-7730-83D5-F6460DF510BD}"/>
          </ac:spMkLst>
        </pc:spChg>
        <pc:spChg chg="add mod">
          <ac:chgData name="Ohad Eitan" userId="716374f3-60b9-4c87-b257-64bda1c08bcd" providerId="ADAL" clId="{C1006F5B-54CA-4EC1-B3AF-25E6B237354D}" dt="2026-04-10T10:35:42.116" v="17183" actId="14100"/>
          <ac:spMkLst>
            <pc:docMk/>
            <pc:sldMk cId="1341768391" sldId="363"/>
            <ac:spMk id="27" creationId="{BA753C3B-9C55-B435-014C-419E16143111}"/>
          </ac:spMkLst>
        </pc:spChg>
        <pc:spChg chg="add mod">
          <ac:chgData name="Ohad Eitan" userId="716374f3-60b9-4c87-b257-64bda1c08bcd" providerId="ADAL" clId="{C1006F5B-54CA-4EC1-B3AF-25E6B237354D}" dt="2026-04-10T10:33:51.027" v="17152" actId="403"/>
          <ac:spMkLst>
            <pc:docMk/>
            <pc:sldMk cId="1341768391" sldId="363"/>
            <ac:spMk id="28" creationId="{4F87CB95-0F03-687D-9F5D-A5971A738B82}"/>
          </ac:spMkLst>
        </pc:spChg>
        <pc:spChg chg="add mod">
          <ac:chgData name="Ohad Eitan" userId="716374f3-60b9-4c87-b257-64bda1c08bcd" providerId="ADAL" clId="{C1006F5B-54CA-4EC1-B3AF-25E6B237354D}" dt="2026-04-10T10:36:17.182" v="17189" actId="6549"/>
          <ac:spMkLst>
            <pc:docMk/>
            <pc:sldMk cId="1341768391" sldId="363"/>
            <ac:spMk id="29" creationId="{CAC63C45-7B02-8668-A4C2-EADF070D1667}"/>
          </ac:spMkLst>
        </pc:spChg>
      </pc:sldChg>
      <pc:sldChg chg="addSp delSp modSp add mod">
        <pc:chgData name="Ohad Eitan" userId="716374f3-60b9-4c87-b257-64bda1c08bcd" providerId="ADAL" clId="{C1006F5B-54CA-4EC1-B3AF-25E6B237354D}" dt="2026-04-10T10:45:20.527" v="17193" actId="1076"/>
        <pc:sldMkLst>
          <pc:docMk/>
          <pc:sldMk cId="2785756490" sldId="364"/>
        </pc:sldMkLst>
        <pc:spChg chg="del">
          <ac:chgData name="Ohad Eitan" userId="716374f3-60b9-4c87-b257-64bda1c08bcd" providerId="ADAL" clId="{C1006F5B-54CA-4EC1-B3AF-25E6B237354D}" dt="2026-04-10T10:45:17.461" v="17191" actId="478"/>
          <ac:spMkLst>
            <pc:docMk/>
            <pc:sldMk cId="2785756490" sldId="364"/>
            <ac:spMk id="2" creationId="{53DA8789-64FB-950A-0CEF-A3099F45AC83}"/>
          </ac:spMkLst>
        </pc:spChg>
        <pc:spChg chg="del">
          <ac:chgData name="Ohad Eitan" userId="716374f3-60b9-4c87-b257-64bda1c08bcd" providerId="ADAL" clId="{C1006F5B-54CA-4EC1-B3AF-25E6B237354D}" dt="2026-04-10T10:45:17.461" v="17191" actId="478"/>
          <ac:spMkLst>
            <pc:docMk/>
            <pc:sldMk cId="2785756490" sldId="364"/>
            <ac:spMk id="4" creationId="{D68216F5-8B8E-DB6F-BDE0-1DFA9C9A5D44}"/>
          </ac:spMkLst>
        </pc:spChg>
        <pc:spChg chg="del">
          <ac:chgData name="Ohad Eitan" userId="716374f3-60b9-4c87-b257-64bda1c08bcd" providerId="ADAL" clId="{C1006F5B-54CA-4EC1-B3AF-25E6B237354D}" dt="2026-04-10T10:45:17.461" v="17191" actId="478"/>
          <ac:spMkLst>
            <pc:docMk/>
            <pc:sldMk cId="2785756490" sldId="364"/>
            <ac:spMk id="5" creationId="{FDA1750C-A491-3DCA-3DF3-E61B7A359606}"/>
          </ac:spMkLst>
        </pc:spChg>
        <pc:spChg chg="del">
          <ac:chgData name="Ohad Eitan" userId="716374f3-60b9-4c87-b257-64bda1c08bcd" providerId="ADAL" clId="{C1006F5B-54CA-4EC1-B3AF-25E6B237354D}" dt="2026-04-10T10:45:17.461" v="17191" actId="478"/>
          <ac:spMkLst>
            <pc:docMk/>
            <pc:sldMk cId="2785756490" sldId="364"/>
            <ac:spMk id="6" creationId="{662D92BB-A9A6-5B49-9481-2E4DE129DD24}"/>
          </ac:spMkLst>
        </pc:spChg>
        <pc:spChg chg="del">
          <ac:chgData name="Ohad Eitan" userId="716374f3-60b9-4c87-b257-64bda1c08bcd" providerId="ADAL" clId="{C1006F5B-54CA-4EC1-B3AF-25E6B237354D}" dt="2026-04-10T10:45:17.461" v="17191" actId="478"/>
          <ac:spMkLst>
            <pc:docMk/>
            <pc:sldMk cId="2785756490" sldId="364"/>
            <ac:spMk id="7" creationId="{13132CBC-73FE-EB85-6A2F-58852653188F}"/>
          </ac:spMkLst>
        </pc:spChg>
        <pc:spChg chg="del">
          <ac:chgData name="Ohad Eitan" userId="716374f3-60b9-4c87-b257-64bda1c08bcd" providerId="ADAL" clId="{C1006F5B-54CA-4EC1-B3AF-25E6B237354D}" dt="2026-04-10T10:45:17.461" v="17191" actId="478"/>
          <ac:spMkLst>
            <pc:docMk/>
            <pc:sldMk cId="2785756490" sldId="364"/>
            <ac:spMk id="8" creationId="{50FD8507-626F-7834-B26E-FC2A0B99C4B3}"/>
          </ac:spMkLst>
        </pc:spChg>
        <pc:spChg chg="del">
          <ac:chgData name="Ohad Eitan" userId="716374f3-60b9-4c87-b257-64bda1c08bcd" providerId="ADAL" clId="{C1006F5B-54CA-4EC1-B3AF-25E6B237354D}" dt="2026-04-10T10:45:17.461" v="17191" actId="478"/>
          <ac:spMkLst>
            <pc:docMk/>
            <pc:sldMk cId="2785756490" sldId="364"/>
            <ac:spMk id="9" creationId="{09ADCB2E-064C-F23B-24FB-1E8C2ED20135}"/>
          </ac:spMkLst>
        </pc:spChg>
        <pc:spChg chg="del">
          <ac:chgData name="Ohad Eitan" userId="716374f3-60b9-4c87-b257-64bda1c08bcd" providerId="ADAL" clId="{C1006F5B-54CA-4EC1-B3AF-25E6B237354D}" dt="2026-04-10T10:45:17.461" v="17191" actId="478"/>
          <ac:spMkLst>
            <pc:docMk/>
            <pc:sldMk cId="2785756490" sldId="364"/>
            <ac:spMk id="10" creationId="{01875471-5283-63D0-0A9F-7596F6FC08FC}"/>
          </ac:spMkLst>
        </pc:spChg>
        <pc:spChg chg="del">
          <ac:chgData name="Ohad Eitan" userId="716374f3-60b9-4c87-b257-64bda1c08bcd" providerId="ADAL" clId="{C1006F5B-54CA-4EC1-B3AF-25E6B237354D}" dt="2026-04-10T10:45:17.461" v="17191" actId="478"/>
          <ac:spMkLst>
            <pc:docMk/>
            <pc:sldMk cId="2785756490" sldId="364"/>
            <ac:spMk id="11" creationId="{4B316884-8701-40FC-C64E-20F7B44BE4D5}"/>
          </ac:spMkLst>
        </pc:spChg>
        <pc:spChg chg="del">
          <ac:chgData name="Ohad Eitan" userId="716374f3-60b9-4c87-b257-64bda1c08bcd" providerId="ADAL" clId="{C1006F5B-54CA-4EC1-B3AF-25E6B237354D}" dt="2026-04-10T10:45:17.461" v="17191" actId="478"/>
          <ac:spMkLst>
            <pc:docMk/>
            <pc:sldMk cId="2785756490" sldId="364"/>
            <ac:spMk id="29" creationId="{3152220F-62BA-2803-BFBB-449408D14D35}"/>
          </ac:spMkLst>
        </pc:spChg>
        <pc:picChg chg="add mod">
          <ac:chgData name="Ohad Eitan" userId="716374f3-60b9-4c87-b257-64bda1c08bcd" providerId="ADAL" clId="{C1006F5B-54CA-4EC1-B3AF-25E6B237354D}" dt="2026-04-10T10:45:20.527" v="17193" actId="1076"/>
          <ac:picMkLst>
            <pc:docMk/>
            <pc:sldMk cId="2785756490" sldId="364"/>
            <ac:picMk id="12" creationId="{4A4DC6F2-083D-1933-56D8-1E8EC86AAA26}"/>
          </ac:picMkLst>
        </pc:picChg>
      </pc:sldChg>
      <pc:sldChg chg="modSp add mod">
        <pc:chgData name="Ohad Eitan" userId="716374f3-60b9-4c87-b257-64bda1c08bcd" providerId="ADAL" clId="{C1006F5B-54CA-4EC1-B3AF-25E6B237354D}" dt="2026-04-10T11:05:13.883" v="17649" actId="6549"/>
        <pc:sldMkLst>
          <pc:docMk/>
          <pc:sldMk cId="4247168568" sldId="365"/>
        </pc:sldMkLst>
        <pc:spChg chg="mod">
          <ac:chgData name="Ohad Eitan" userId="716374f3-60b9-4c87-b257-64bda1c08bcd" providerId="ADAL" clId="{C1006F5B-54CA-4EC1-B3AF-25E6B237354D}" dt="2026-04-10T10:46:04.307" v="17200" actId="20577"/>
          <ac:spMkLst>
            <pc:docMk/>
            <pc:sldMk cId="4247168568" sldId="365"/>
            <ac:spMk id="3" creationId="{373F8793-FE3E-DF7A-03B8-7AC02A091122}"/>
          </ac:spMkLst>
        </pc:spChg>
        <pc:spChg chg="mod">
          <ac:chgData name="Ohad Eitan" userId="716374f3-60b9-4c87-b257-64bda1c08bcd" providerId="ADAL" clId="{C1006F5B-54CA-4EC1-B3AF-25E6B237354D}" dt="2026-04-10T10:49:47.184" v="17320" actId="14100"/>
          <ac:spMkLst>
            <pc:docMk/>
            <pc:sldMk cId="4247168568" sldId="365"/>
            <ac:spMk id="14" creationId="{C9F88C78-03CB-3141-C7E9-2A6AFAE333A0}"/>
          </ac:spMkLst>
        </pc:spChg>
        <pc:spChg chg="mod">
          <ac:chgData name="Ohad Eitan" userId="716374f3-60b9-4c87-b257-64bda1c08bcd" providerId="ADAL" clId="{C1006F5B-54CA-4EC1-B3AF-25E6B237354D}" dt="2026-04-10T10:54:17.860" v="17502" actId="1037"/>
          <ac:spMkLst>
            <pc:docMk/>
            <pc:sldMk cId="4247168568" sldId="365"/>
            <ac:spMk id="15" creationId="{EA6B96DB-6CD2-9700-F690-5F6434754D17}"/>
          </ac:spMkLst>
        </pc:spChg>
        <pc:spChg chg="mod">
          <ac:chgData name="Ohad Eitan" userId="716374f3-60b9-4c87-b257-64bda1c08bcd" providerId="ADAL" clId="{C1006F5B-54CA-4EC1-B3AF-25E6B237354D}" dt="2026-04-10T10:54:26.843" v="17516" actId="1037"/>
          <ac:spMkLst>
            <pc:docMk/>
            <pc:sldMk cId="4247168568" sldId="365"/>
            <ac:spMk id="16" creationId="{0C28C573-A5C8-1512-6DB6-29195843D6C6}"/>
          </ac:spMkLst>
        </pc:spChg>
        <pc:spChg chg="mod">
          <ac:chgData name="Ohad Eitan" userId="716374f3-60b9-4c87-b257-64bda1c08bcd" providerId="ADAL" clId="{C1006F5B-54CA-4EC1-B3AF-25E6B237354D}" dt="2026-04-10T10:49:47.184" v="17320" actId="14100"/>
          <ac:spMkLst>
            <pc:docMk/>
            <pc:sldMk cId="4247168568" sldId="365"/>
            <ac:spMk id="19" creationId="{C1BD57C5-E6BB-CA42-B802-6F1DA6A47D02}"/>
          </ac:spMkLst>
        </pc:spChg>
        <pc:spChg chg="mod">
          <ac:chgData name="Ohad Eitan" userId="716374f3-60b9-4c87-b257-64bda1c08bcd" providerId="ADAL" clId="{C1006F5B-54CA-4EC1-B3AF-25E6B237354D}" dt="2026-04-10T10:54:09.317" v="17484" actId="1038"/>
          <ac:spMkLst>
            <pc:docMk/>
            <pc:sldMk cId="4247168568" sldId="365"/>
            <ac:spMk id="20" creationId="{24381571-21A9-C236-2837-CEFB7F8B4B99}"/>
          </ac:spMkLst>
        </pc:spChg>
        <pc:spChg chg="mod">
          <ac:chgData name="Ohad Eitan" userId="716374f3-60b9-4c87-b257-64bda1c08bcd" providerId="ADAL" clId="{C1006F5B-54CA-4EC1-B3AF-25E6B237354D}" dt="2026-04-10T11:05:13.883" v="17649" actId="6549"/>
          <ac:spMkLst>
            <pc:docMk/>
            <pc:sldMk cId="4247168568" sldId="365"/>
            <ac:spMk id="21" creationId="{1C3765AD-6AAE-D76F-2772-0A017AA0878A}"/>
          </ac:spMkLst>
        </pc:spChg>
        <pc:spChg chg="mod">
          <ac:chgData name="Ohad Eitan" userId="716374f3-60b9-4c87-b257-64bda1c08bcd" providerId="ADAL" clId="{C1006F5B-54CA-4EC1-B3AF-25E6B237354D}" dt="2026-04-10T10:49:47.184" v="17320" actId="14100"/>
          <ac:spMkLst>
            <pc:docMk/>
            <pc:sldMk cId="4247168568" sldId="365"/>
            <ac:spMk id="24" creationId="{881B6467-CB16-3689-1596-7950BDB8B57E}"/>
          </ac:spMkLst>
        </pc:spChg>
        <pc:spChg chg="mod">
          <ac:chgData name="Ohad Eitan" userId="716374f3-60b9-4c87-b257-64bda1c08bcd" providerId="ADAL" clId="{C1006F5B-54CA-4EC1-B3AF-25E6B237354D}" dt="2026-04-10T10:54:01.372" v="17462" actId="1037"/>
          <ac:spMkLst>
            <pc:docMk/>
            <pc:sldMk cId="4247168568" sldId="365"/>
            <ac:spMk id="25" creationId="{4A5BAC8E-D5F6-5468-738A-E5939E38DA0C}"/>
          </ac:spMkLst>
        </pc:spChg>
        <pc:spChg chg="mod">
          <ac:chgData name="Ohad Eitan" userId="716374f3-60b9-4c87-b257-64bda1c08bcd" providerId="ADAL" clId="{C1006F5B-54CA-4EC1-B3AF-25E6B237354D}" dt="2026-04-10T10:55:20.329" v="17525"/>
          <ac:spMkLst>
            <pc:docMk/>
            <pc:sldMk cId="4247168568" sldId="365"/>
            <ac:spMk id="26" creationId="{3B5F6215-2D6B-8CC1-B999-58E19CA4D9CC}"/>
          </ac:spMkLst>
        </pc:spChg>
      </pc:sldChg>
      <pc:sldChg chg="addSp delSp modSp add mod">
        <pc:chgData name="Ohad Eitan" userId="716374f3-60b9-4c87-b257-64bda1c08bcd" providerId="ADAL" clId="{C1006F5B-54CA-4EC1-B3AF-25E6B237354D}" dt="2026-04-10T11:02:34.016" v="17628" actId="20577"/>
        <pc:sldMkLst>
          <pc:docMk/>
          <pc:sldMk cId="3121223886" sldId="366"/>
        </pc:sldMkLst>
        <pc:spChg chg="del">
          <ac:chgData name="Ohad Eitan" userId="716374f3-60b9-4c87-b257-64bda1c08bcd" providerId="ADAL" clId="{C1006F5B-54CA-4EC1-B3AF-25E6B237354D}" dt="2026-04-10T10:57:01.852" v="17526" actId="478"/>
          <ac:spMkLst>
            <pc:docMk/>
            <pc:sldMk cId="3121223886" sldId="366"/>
            <ac:spMk id="2" creationId="{C1E04316-E751-4AEE-E647-0106184AB669}"/>
          </ac:spMkLst>
        </pc:spChg>
        <pc:spChg chg="mod">
          <ac:chgData name="Ohad Eitan" userId="716374f3-60b9-4c87-b257-64bda1c08bcd" providerId="ADAL" clId="{C1006F5B-54CA-4EC1-B3AF-25E6B237354D}" dt="2026-04-10T10:57:51.733" v="17584" actId="20577"/>
          <ac:spMkLst>
            <pc:docMk/>
            <pc:sldMk cId="3121223886" sldId="366"/>
            <ac:spMk id="3" creationId="{1CADBD86-E33C-929D-D0A7-CF8050DD7A66}"/>
          </ac:spMkLst>
        </pc:spChg>
        <pc:spChg chg="del">
          <ac:chgData name="Ohad Eitan" userId="716374f3-60b9-4c87-b257-64bda1c08bcd" providerId="ADAL" clId="{C1006F5B-54CA-4EC1-B3AF-25E6B237354D}" dt="2026-04-10T10:57:01.852" v="17526" actId="478"/>
          <ac:spMkLst>
            <pc:docMk/>
            <pc:sldMk cId="3121223886" sldId="366"/>
            <ac:spMk id="4" creationId="{777058E4-3DEC-8B85-618B-B89865C42ED7}"/>
          </ac:spMkLst>
        </pc:spChg>
        <pc:spChg chg="del">
          <ac:chgData name="Ohad Eitan" userId="716374f3-60b9-4c87-b257-64bda1c08bcd" providerId="ADAL" clId="{C1006F5B-54CA-4EC1-B3AF-25E6B237354D}" dt="2026-04-10T10:57:01.852" v="17526" actId="478"/>
          <ac:spMkLst>
            <pc:docMk/>
            <pc:sldMk cId="3121223886" sldId="366"/>
            <ac:spMk id="5" creationId="{6654F481-71F8-C9B3-4269-03CB58865B34}"/>
          </ac:spMkLst>
        </pc:spChg>
        <pc:spChg chg="del">
          <ac:chgData name="Ohad Eitan" userId="716374f3-60b9-4c87-b257-64bda1c08bcd" providerId="ADAL" clId="{C1006F5B-54CA-4EC1-B3AF-25E6B237354D}" dt="2026-04-10T10:57:01.852" v="17526" actId="478"/>
          <ac:spMkLst>
            <pc:docMk/>
            <pc:sldMk cId="3121223886" sldId="366"/>
            <ac:spMk id="6" creationId="{DFFED555-58EE-B116-A938-FC4EA0AE9CBA}"/>
          </ac:spMkLst>
        </pc:spChg>
        <pc:spChg chg="del">
          <ac:chgData name="Ohad Eitan" userId="716374f3-60b9-4c87-b257-64bda1c08bcd" providerId="ADAL" clId="{C1006F5B-54CA-4EC1-B3AF-25E6B237354D}" dt="2026-04-10T10:57:01.852" v="17526" actId="478"/>
          <ac:spMkLst>
            <pc:docMk/>
            <pc:sldMk cId="3121223886" sldId="366"/>
            <ac:spMk id="7" creationId="{2C748170-17D5-0788-C5AF-EFB413C40E47}"/>
          </ac:spMkLst>
        </pc:spChg>
        <pc:spChg chg="del">
          <ac:chgData name="Ohad Eitan" userId="716374f3-60b9-4c87-b257-64bda1c08bcd" providerId="ADAL" clId="{C1006F5B-54CA-4EC1-B3AF-25E6B237354D}" dt="2026-04-10T10:57:01.852" v="17526" actId="478"/>
          <ac:spMkLst>
            <pc:docMk/>
            <pc:sldMk cId="3121223886" sldId="366"/>
            <ac:spMk id="8" creationId="{B57250A6-055F-753A-0A48-546B1A42956F}"/>
          </ac:spMkLst>
        </pc:spChg>
        <pc:spChg chg="del">
          <ac:chgData name="Ohad Eitan" userId="716374f3-60b9-4c87-b257-64bda1c08bcd" providerId="ADAL" clId="{C1006F5B-54CA-4EC1-B3AF-25E6B237354D}" dt="2026-04-10T10:57:01.852" v="17526" actId="478"/>
          <ac:spMkLst>
            <pc:docMk/>
            <pc:sldMk cId="3121223886" sldId="366"/>
            <ac:spMk id="9" creationId="{B2E7384D-3D60-DA47-3FC9-869997901F02}"/>
          </ac:spMkLst>
        </pc:spChg>
        <pc:spChg chg="del">
          <ac:chgData name="Ohad Eitan" userId="716374f3-60b9-4c87-b257-64bda1c08bcd" providerId="ADAL" clId="{C1006F5B-54CA-4EC1-B3AF-25E6B237354D}" dt="2026-04-10T10:57:01.852" v="17526" actId="478"/>
          <ac:spMkLst>
            <pc:docMk/>
            <pc:sldMk cId="3121223886" sldId="366"/>
            <ac:spMk id="10" creationId="{3F5F9DD1-5765-A490-ED89-F3154AE2B461}"/>
          </ac:spMkLst>
        </pc:spChg>
        <pc:spChg chg="del">
          <ac:chgData name="Ohad Eitan" userId="716374f3-60b9-4c87-b257-64bda1c08bcd" providerId="ADAL" clId="{C1006F5B-54CA-4EC1-B3AF-25E6B237354D}" dt="2026-04-10T10:57:01.852" v="17526" actId="478"/>
          <ac:spMkLst>
            <pc:docMk/>
            <pc:sldMk cId="3121223886" sldId="366"/>
            <ac:spMk id="11" creationId="{14694522-5598-6505-3B6F-8CE475C10ADB}"/>
          </ac:spMkLst>
        </pc:spChg>
        <pc:spChg chg="add mod">
          <ac:chgData name="Ohad Eitan" userId="716374f3-60b9-4c87-b257-64bda1c08bcd" providerId="ADAL" clId="{C1006F5B-54CA-4EC1-B3AF-25E6B237354D}" dt="2026-04-10T11:00:20.635" v="17615" actId="403"/>
          <ac:spMkLst>
            <pc:docMk/>
            <pc:sldMk cId="3121223886" sldId="366"/>
            <ac:spMk id="12" creationId="{DB6DE70B-DFE3-3F78-5076-40003F9B7013}"/>
          </ac:spMkLst>
        </pc:spChg>
        <pc:spChg chg="add mod">
          <ac:chgData name="Ohad Eitan" userId="716374f3-60b9-4c87-b257-64bda1c08bcd" providerId="ADAL" clId="{C1006F5B-54CA-4EC1-B3AF-25E6B237354D}" dt="2026-04-10T10:59:36.542" v="17604" actId="6549"/>
          <ac:spMkLst>
            <pc:docMk/>
            <pc:sldMk cId="3121223886" sldId="366"/>
            <ac:spMk id="14" creationId="{5535B2C2-98A5-45A0-DF8C-70C51E3C7A5D}"/>
          </ac:spMkLst>
        </pc:spChg>
        <pc:spChg chg="add mod">
          <ac:chgData name="Ohad Eitan" userId="716374f3-60b9-4c87-b257-64bda1c08bcd" providerId="ADAL" clId="{C1006F5B-54CA-4EC1-B3AF-25E6B237354D}" dt="2026-04-10T11:00:24.940" v="17617" actId="403"/>
          <ac:spMkLst>
            <pc:docMk/>
            <pc:sldMk cId="3121223886" sldId="366"/>
            <ac:spMk id="15" creationId="{F4485C73-6825-C29E-99D1-38AA14EE374E}"/>
          </ac:spMkLst>
        </pc:spChg>
        <pc:spChg chg="add del">
          <ac:chgData name="Ohad Eitan" userId="716374f3-60b9-4c87-b257-64bda1c08bcd" providerId="ADAL" clId="{C1006F5B-54CA-4EC1-B3AF-25E6B237354D}" dt="2026-04-10T11:00:30.972" v="17619" actId="22"/>
          <ac:spMkLst>
            <pc:docMk/>
            <pc:sldMk cId="3121223886" sldId="366"/>
            <ac:spMk id="17" creationId="{4E5CA76E-3763-23F1-F2DF-66756F78FED4}"/>
          </ac:spMkLst>
        </pc:spChg>
        <pc:spChg chg="add mod">
          <ac:chgData name="Ohad Eitan" userId="716374f3-60b9-4c87-b257-64bda1c08bcd" providerId="ADAL" clId="{C1006F5B-54CA-4EC1-B3AF-25E6B237354D}" dt="2026-04-10T11:02:34.016" v="17628" actId="20577"/>
          <ac:spMkLst>
            <pc:docMk/>
            <pc:sldMk cId="3121223886" sldId="366"/>
            <ac:spMk id="19" creationId="{E127C3B9-1245-3FD3-5A1D-2C5478D1DC6A}"/>
          </ac:spMkLst>
        </pc:spChg>
        <pc:spChg chg="del">
          <ac:chgData name="Ohad Eitan" userId="716374f3-60b9-4c87-b257-64bda1c08bcd" providerId="ADAL" clId="{C1006F5B-54CA-4EC1-B3AF-25E6B237354D}" dt="2026-04-10T10:59:47.818" v="17605" actId="478"/>
          <ac:spMkLst>
            <pc:docMk/>
            <pc:sldMk cId="3121223886" sldId="366"/>
            <ac:spMk id="27" creationId="{4E018CFC-BE42-402B-1A0F-741BA867F16C}"/>
          </ac:spMkLst>
        </pc:spChg>
        <pc:spChg chg="del">
          <ac:chgData name="Ohad Eitan" userId="716374f3-60b9-4c87-b257-64bda1c08bcd" providerId="ADAL" clId="{C1006F5B-54CA-4EC1-B3AF-25E6B237354D}" dt="2026-04-10T10:59:51.251" v="17606" actId="478"/>
          <ac:spMkLst>
            <pc:docMk/>
            <pc:sldMk cId="3121223886" sldId="366"/>
            <ac:spMk id="28" creationId="{181287CA-D0DB-76BA-CF42-939404C18E01}"/>
          </ac:spMkLst>
        </pc:spChg>
        <pc:spChg chg="del">
          <ac:chgData name="Ohad Eitan" userId="716374f3-60b9-4c87-b257-64bda1c08bcd" providerId="ADAL" clId="{C1006F5B-54CA-4EC1-B3AF-25E6B237354D}" dt="2026-04-10T10:59:51.251" v="17606" actId="478"/>
          <ac:spMkLst>
            <pc:docMk/>
            <pc:sldMk cId="3121223886" sldId="366"/>
            <ac:spMk id="29" creationId="{043B400A-0592-A1E6-95D6-99E82F2F3551}"/>
          </ac:spMkLst>
        </pc:spChg>
      </pc:sldChg>
      <pc:sldChg chg="addSp delSp modSp add mod">
        <pc:chgData name="Ohad Eitan" userId="716374f3-60b9-4c87-b257-64bda1c08bcd" providerId="ADAL" clId="{C1006F5B-54CA-4EC1-B3AF-25E6B237354D}" dt="2026-04-10T11:04:05.878" v="17648" actId="20577"/>
        <pc:sldMkLst>
          <pc:docMk/>
          <pc:sldMk cId="1757304814" sldId="367"/>
        </pc:sldMkLst>
        <pc:spChg chg="mod">
          <ac:chgData name="Ohad Eitan" userId="716374f3-60b9-4c87-b257-64bda1c08bcd" providerId="ADAL" clId="{C1006F5B-54CA-4EC1-B3AF-25E6B237354D}" dt="2026-04-10T11:04:05.878" v="17648" actId="20577"/>
          <ac:spMkLst>
            <pc:docMk/>
            <pc:sldMk cId="1757304814" sldId="367"/>
            <ac:spMk id="3" creationId="{B10A5069-7AC3-5312-9002-B4A681384C16}"/>
          </ac:spMkLst>
        </pc:spChg>
        <pc:picChg chg="add mod">
          <ac:chgData name="Ohad Eitan" userId="716374f3-60b9-4c87-b257-64bda1c08bcd" providerId="ADAL" clId="{C1006F5B-54CA-4EC1-B3AF-25E6B237354D}" dt="2026-04-10T11:03:46.963" v="17631" actId="1076"/>
          <ac:picMkLst>
            <pc:docMk/>
            <pc:sldMk cId="1757304814" sldId="367"/>
            <ac:picMk id="2" creationId="{9246B550-FC3C-AD5C-D1C6-8CEC0A7959B9}"/>
          </ac:picMkLst>
        </pc:picChg>
        <pc:picChg chg="del">
          <ac:chgData name="Ohad Eitan" userId="716374f3-60b9-4c87-b257-64bda1c08bcd" providerId="ADAL" clId="{C1006F5B-54CA-4EC1-B3AF-25E6B237354D}" dt="2026-04-10T11:03:44.339" v="17629" actId="478"/>
          <ac:picMkLst>
            <pc:docMk/>
            <pc:sldMk cId="1757304814" sldId="367"/>
            <ac:picMk id="12" creationId="{40D32970-1333-140F-5C7F-A51C93BC8255}"/>
          </ac:picMkLst>
        </pc:picChg>
      </pc:sldChg>
      <pc:sldMasterChg chg="setBg modSldLayout">
        <pc:chgData name="Ohad Eitan" userId="716374f3-60b9-4c87-b257-64bda1c08bcd" providerId="ADAL" clId="{C1006F5B-54CA-4EC1-B3AF-25E6B237354D}" dt="2026-04-10T10:20:20.883" v="16953"/>
        <pc:sldMasterMkLst>
          <pc:docMk/>
          <pc:sldMasterMk cId="2363222267" sldId="2147483648"/>
        </pc:sldMasterMkLst>
        <pc:sldLayoutChg chg="setBg">
          <pc:chgData name="Ohad Eitan" userId="716374f3-60b9-4c87-b257-64bda1c08bcd" providerId="ADAL" clId="{C1006F5B-54CA-4EC1-B3AF-25E6B237354D}" dt="2026-04-10T10:20:20.883" v="16953"/>
          <pc:sldLayoutMkLst>
            <pc:docMk/>
            <pc:sldMasterMk cId="2363222267" sldId="2147483648"/>
            <pc:sldLayoutMk cId="3119192109" sldId="2147483649"/>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3030349769" sldId="2147483650"/>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2206017087" sldId="2147483651"/>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547522805" sldId="2147483652"/>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335201390" sldId="2147483653"/>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774727012" sldId="2147483654"/>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1626267962" sldId="2147483655"/>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2504923240" sldId="2147483656"/>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3457640503" sldId="2147483657"/>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632536953" sldId="2147483658"/>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2122536399" sldId="2147483659"/>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3174491209" sldId="2147483660"/>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661138859" sldId="2147483661"/>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1284218076" sldId="2147483662"/>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2773305790" sldId="2147483663"/>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3296190609" sldId="2147483664"/>
          </pc:sldLayoutMkLst>
        </pc:sldLayoutChg>
        <pc:sldLayoutChg chg="setBg">
          <pc:chgData name="Ohad Eitan" userId="716374f3-60b9-4c87-b257-64bda1c08bcd" providerId="ADAL" clId="{C1006F5B-54CA-4EC1-B3AF-25E6B237354D}" dt="2026-04-10T10:20:20.883" v="16953"/>
          <pc:sldLayoutMkLst>
            <pc:docMk/>
            <pc:sldMasterMk cId="2363222267" sldId="2147483648"/>
            <pc:sldLayoutMk cId="3899563186" sldId="214748366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697A0990-F51F-4CC3-AC80-4CC8BF8F0018}" type="datetimeFigureOut">
              <a:rPr lang="he-IL" smtClean="0"/>
              <a:t>כ"ג/ניסן/תשפ"ו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744D98D4-FAA8-4A4E-98CB-56B065BA52D2}" type="slidenum">
              <a:rPr lang="he-IL" smtClean="0"/>
              <a:t>‹#›</a:t>
            </a:fld>
            <a:endParaRPr lang="he-IL"/>
          </a:p>
        </p:txBody>
      </p:sp>
    </p:spTree>
    <p:extLst>
      <p:ext uri="{BB962C8B-B14F-4D97-AF65-F5344CB8AC3E}">
        <p14:creationId xmlns:p14="http://schemas.microsoft.com/office/powerpoint/2010/main" val="1094002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google.com/search?q=Firestorm&amp;oq=what+is+the+differenc+e+between+firestorm+icestorm+cores&amp;gs_lcrp=EgZjaHJvbWUyBggAEEUYOTIJCAEQIRgKGKABMgcIAhAhGI8C0gEIOTUxN2owajSoAgCwAgA&amp;sourceid=chrome&amp;ie=UTF-8&amp;ved=2ahUKEwi5v9eWjJWSAxVzRUEAHb3-GJMQgK4QegQIARAE"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www.google.com/search?q=Icestorm&amp;oq=what+is+the+differenc+e+between+firestorm+icestorm+cores&amp;gs_lcrp=EgZjaHJvbWUyBggAEEUYOTIJCAEQIRgKGKABMgcIAhAhGI8C0gEIOTUxN2owajSoAgCwAgA&amp;sourceid=chrome&amp;ie=UTF-8&amp;ved=2ahUKEwi5v9eWjJWSAxVzRUEAHb3-GJMQgK4QegQIARAF"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5"/>
          </p:nvPr>
        </p:nvSpPr>
        <p:spPr/>
        <p:txBody>
          <a:bodyPr/>
          <a:lstStyle/>
          <a:p>
            <a:fld id="{8B990660-4B7D-4C11-96DB-B19FFA8CA93C}" type="slidenum">
              <a:rPr lang="en-US" smtClean="0"/>
              <a:t>2</a:t>
            </a:fld>
            <a:endParaRPr lang="en-US" dirty="0"/>
          </a:p>
        </p:txBody>
      </p:sp>
    </p:spTree>
    <p:extLst>
      <p:ext uri="{BB962C8B-B14F-4D97-AF65-F5344CB8AC3E}">
        <p14:creationId xmlns:p14="http://schemas.microsoft.com/office/powerpoint/2010/main" val="1036827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83CFD-AA0A-19AE-EF8C-A0FFEB537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264AA-B80E-C891-2775-F6C439285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B0AB4-2BB9-C3F3-3751-A7A1AF860123}"/>
              </a:ext>
            </a:extLst>
          </p:cNvPr>
          <p:cNvSpPr>
            <a:spLocks noGrp="1"/>
          </p:cNvSpPr>
          <p:nvPr>
            <p:ph type="body" idx="1"/>
          </p:nvPr>
        </p:nvSpPr>
        <p:spPr/>
        <p:txBody>
          <a:bodyPr/>
          <a:lstStyle/>
          <a:p>
            <a:r>
              <a:rPr lang="he-IL" dirty="0"/>
              <a:t>נושא חם מאוד – מתוך רצון </a:t>
            </a:r>
            <a:r>
              <a:rPr lang="he-IL" dirty="0" err="1"/>
              <a:t>לאפטם</a:t>
            </a:r>
            <a:r>
              <a:rPr lang="he-IL" dirty="0"/>
              <a:t> דברים זולג מידע לערוצי צד</a:t>
            </a:r>
          </a:p>
          <a:p>
            <a:endParaRPr lang="he-IL" dirty="0"/>
          </a:p>
          <a:p>
            <a:r>
              <a:rPr lang="en-US" dirty="0" err="1"/>
              <a:t>ל</a:t>
            </a:r>
            <a:r>
              <a:rPr lang="he-IL" dirty="0"/>
              <a:t>תת על הלוח דוגמה לכל אחד </a:t>
            </a:r>
          </a:p>
          <a:p>
            <a:r>
              <a:rPr lang="en-US" dirty="0"/>
              <a:t>Timing: </a:t>
            </a:r>
          </a:p>
          <a:p>
            <a:r>
              <a:rPr lang="en-US" dirty="0"/>
              <a:t>For I in index((</a:t>
            </a:r>
            <a:r>
              <a:rPr lang="en-US" dirty="0" err="1"/>
              <a:t>len</a:t>
            </a:r>
            <a:r>
              <a:rPr lang="en-US" dirty="0"/>
              <a:t>)</a:t>
            </a:r>
            <a:r>
              <a:rPr lang="en-US" dirty="0" err="1"/>
              <a:t>pwd</a:t>
            </a:r>
            <a:r>
              <a:rPr lang="en-US" dirty="0"/>
              <a:t>):	if try[c] != </a:t>
            </a:r>
            <a:r>
              <a:rPr lang="en-US" dirty="0" err="1"/>
              <a:t>pwd</a:t>
            </a:r>
            <a:r>
              <a:rPr lang="en-US" dirty="0"/>
              <a:t>[c] return </a:t>
            </a:r>
          </a:p>
          <a:p>
            <a:r>
              <a:rPr lang="en-US" dirty="0"/>
              <a:t>Cache:</a:t>
            </a:r>
          </a:p>
          <a:p>
            <a:r>
              <a:rPr lang="en-US" dirty="0"/>
              <a:t>If </a:t>
            </a:r>
            <a:r>
              <a:rPr lang="en-US" dirty="0" err="1"/>
              <a:t>idx</a:t>
            </a:r>
            <a:r>
              <a:rPr lang="en-US" dirty="0"/>
              <a:t> &lt; </a:t>
            </a:r>
            <a:r>
              <a:rPr lang="en-US" dirty="0" err="1"/>
              <a:t>len</a:t>
            </a:r>
            <a:r>
              <a:rPr lang="en-US" dirty="0"/>
              <a:t>(</a:t>
            </a:r>
            <a:r>
              <a:rPr lang="en-US" dirty="0" err="1"/>
              <a:t>arr</a:t>
            </a:r>
            <a:r>
              <a:rPr lang="en-US" dirty="0"/>
              <a:t>):</a:t>
            </a:r>
          </a:p>
          <a:p>
            <a:r>
              <a:rPr lang="en-US" dirty="0"/>
              <a:t>Print(</a:t>
            </a:r>
            <a:r>
              <a:rPr lang="en-US" dirty="0" err="1"/>
              <a:t>arr</a:t>
            </a:r>
            <a:r>
              <a:rPr lang="en-US" dirty="0"/>
              <a:t>[</a:t>
            </a:r>
            <a:r>
              <a:rPr lang="en-US" dirty="0" err="1"/>
              <a:t>idx</a:t>
            </a:r>
            <a:r>
              <a:rPr lang="en-US" dirty="0"/>
              <a:t>])</a:t>
            </a:r>
          </a:p>
          <a:p>
            <a:endParaRPr lang="en-US" dirty="0"/>
          </a:p>
          <a:p>
            <a:r>
              <a:rPr lang="en-US" dirty="0" err="1"/>
              <a:t>עד</a:t>
            </a:r>
            <a:r>
              <a:rPr lang="he-IL" dirty="0"/>
              <a:t> עכשיו ההתקפות בוצעו רק עבור </a:t>
            </a:r>
          </a:p>
          <a:p>
            <a:r>
              <a:rPr lang="en-US" dirty="0"/>
              <a:t>D</a:t>
            </a:r>
            <a:r>
              <a:rPr lang="he-IL" dirty="0" err="1"/>
              <a:t>ata</a:t>
            </a:r>
            <a:r>
              <a:rPr lang="he-IL" dirty="0"/>
              <a:t> </a:t>
            </a:r>
            <a:r>
              <a:rPr lang="he-IL" dirty="0" err="1"/>
              <a:t>in</a:t>
            </a:r>
            <a:r>
              <a:rPr lang="he-IL" dirty="0"/>
              <a:t> </a:t>
            </a:r>
            <a:r>
              <a:rPr lang="he-IL" dirty="0" err="1"/>
              <a:t>use</a:t>
            </a:r>
            <a:endParaRPr lang="he-IL" dirty="0"/>
          </a:p>
          <a:p>
            <a:r>
              <a:rPr lang="he-IL" dirty="0"/>
              <a:t>אפשר </a:t>
            </a:r>
            <a:r>
              <a:rPr lang="he-IL" dirty="0" err="1"/>
              <a:t>מיטיגציה</a:t>
            </a:r>
            <a:r>
              <a:rPr lang="he-IL" dirty="0"/>
              <a:t> נגיד עבור</a:t>
            </a:r>
          </a:p>
          <a:p>
            <a:r>
              <a:rPr lang="he-IL" dirty="0"/>
              <a:t> </a:t>
            </a:r>
            <a:r>
              <a:rPr lang="he-IL" dirty="0" err="1"/>
              <a:t>constant-time-programming</a:t>
            </a:r>
            <a:r>
              <a:rPr lang="he-IL" dirty="0"/>
              <a:t> </a:t>
            </a:r>
          </a:p>
          <a:p>
            <a:endParaRPr lang="he-IL" dirty="0"/>
          </a:p>
          <a:p>
            <a:endParaRPr lang="en-US" dirty="0"/>
          </a:p>
        </p:txBody>
      </p:sp>
      <p:sp>
        <p:nvSpPr>
          <p:cNvPr id="4" name="Slide Number Placeholder 3">
            <a:extLst>
              <a:ext uri="{FF2B5EF4-FFF2-40B4-BE49-F238E27FC236}">
                <a16:creationId xmlns:a16="http://schemas.microsoft.com/office/drawing/2014/main" id="{32E27826-2857-EC71-8D37-6048452CCE3F}"/>
              </a:ext>
            </a:extLst>
          </p:cNvPr>
          <p:cNvSpPr>
            <a:spLocks noGrp="1"/>
          </p:cNvSpPr>
          <p:nvPr>
            <p:ph type="sldNum" sz="quarter" idx="5"/>
          </p:nvPr>
        </p:nvSpPr>
        <p:spPr/>
        <p:txBody>
          <a:bodyPr/>
          <a:lstStyle/>
          <a:p>
            <a:fld id="{8B990660-4B7D-4C11-96DB-B19FFA8CA93C}" type="slidenum">
              <a:rPr lang="en-US" smtClean="0"/>
              <a:t>4</a:t>
            </a:fld>
            <a:endParaRPr lang="en-US" dirty="0"/>
          </a:p>
        </p:txBody>
      </p:sp>
    </p:spTree>
    <p:extLst>
      <p:ext uri="{BB962C8B-B14F-4D97-AF65-F5344CB8AC3E}">
        <p14:creationId xmlns:p14="http://schemas.microsoft.com/office/powerpoint/2010/main" val="3157472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744D98D4-FAA8-4A4E-98CB-56B065BA52D2}" type="slidenum">
              <a:rPr lang="he-IL" smtClean="0"/>
              <a:t>5</a:t>
            </a:fld>
            <a:endParaRPr lang="he-IL"/>
          </a:p>
        </p:txBody>
      </p:sp>
    </p:spTree>
    <p:extLst>
      <p:ext uri="{BB962C8B-B14F-4D97-AF65-F5344CB8AC3E}">
        <p14:creationId xmlns:p14="http://schemas.microsoft.com/office/powerpoint/2010/main" val="1574989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9F3E8-ED24-BA5D-D398-E267C5F83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5596-540C-6CD4-B2CA-EE5D594F7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F0B3D-67FF-444C-6FD8-A18F3931DBBC}"/>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3B0C3624-4AB3-2661-BD70-79BB4C90B057}"/>
              </a:ext>
            </a:extLst>
          </p:cNvPr>
          <p:cNvSpPr>
            <a:spLocks noGrp="1"/>
          </p:cNvSpPr>
          <p:nvPr>
            <p:ph type="sldNum" sz="quarter" idx="5"/>
          </p:nvPr>
        </p:nvSpPr>
        <p:spPr/>
        <p:txBody>
          <a:bodyPr/>
          <a:lstStyle/>
          <a:p>
            <a:fld id="{744D98D4-FAA8-4A4E-98CB-56B065BA52D2}" type="slidenum">
              <a:rPr lang="he-IL" smtClean="0"/>
              <a:t>6</a:t>
            </a:fld>
            <a:endParaRPr lang="he-IL"/>
          </a:p>
        </p:txBody>
      </p:sp>
    </p:spTree>
    <p:extLst>
      <p:ext uri="{BB962C8B-B14F-4D97-AF65-F5344CB8AC3E}">
        <p14:creationId xmlns:p14="http://schemas.microsoft.com/office/powerpoint/2010/main" val="1402478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585B4-1169-2D5C-8048-A3368E978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D8524-F1CA-404F-B350-662087C4D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7AD29-02E6-F5CA-B2AC-1CA682A9E277}"/>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44C05F13-6AF2-CE15-E632-10D2A49B6795}"/>
              </a:ext>
            </a:extLst>
          </p:cNvPr>
          <p:cNvSpPr>
            <a:spLocks noGrp="1"/>
          </p:cNvSpPr>
          <p:nvPr>
            <p:ph type="sldNum" sz="quarter" idx="5"/>
          </p:nvPr>
        </p:nvSpPr>
        <p:spPr/>
        <p:txBody>
          <a:bodyPr/>
          <a:lstStyle/>
          <a:p>
            <a:fld id="{744D98D4-FAA8-4A4E-98CB-56B065BA52D2}" type="slidenum">
              <a:rPr lang="he-IL" smtClean="0"/>
              <a:t>7</a:t>
            </a:fld>
            <a:endParaRPr lang="he-IL"/>
          </a:p>
        </p:txBody>
      </p:sp>
    </p:spTree>
    <p:extLst>
      <p:ext uri="{BB962C8B-B14F-4D97-AF65-F5344CB8AC3E}">
        <p14:creationId xmlns:p14="http://schemas.microsoft.com/office/powerpoint/2010/main" val="511768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3CD6E-9170-10F3-93A2-9F65F082E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AFD5F-FE2A-73A1-1E8D-A1B7C215F1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11EB6-1E33-CEA7-A539-92A5B4011B2A}"/>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3A491726-4201-85C1-C7CA-0EE6DBC51D19}"/>
              </a:ext>
            </a:extLst>
          </p:cNvPr>
          <p:cNvSpPr>
            <a:spLocks noGrp="1"/>
          </p:cNvSpPr>
          <p:nvPr>
            <p:ph type="sldNum" sz="quarter" idx="5"/>
          </p:nvPr>
        </p:nvSpPr>
        <p:spPr/>
        <p:txBody>
          <a:bodyPr/>
          <a:lstStyle/>
          <a:p>
            <a:fld id="{744D98D4-FAA8-4A4E-98CB-56B065BA52D2}" type="slidenum">
              <a:rPr lang="he-IL" smtClean="0"/>
              <a:t>8</a:t>
            </a:fld>
            <a:endParaRPr lang="he-IL"/>
          </a:p>
        </p:txBody>
      </p:sp>
    </p:spTree>
    <p:extLst>
      <p:ext uri="{BB962C8B-B14F-4D97-AF65-F5344CB8AC3E}">
        <p14:creationId xmlns:p14="http://schemas.microsoft.com/office/powerpoint/2010/main" val="3085607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F3C2A-08A7-F6A6-AA33-54E2BB149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46913-05AB-BD14-CC54-A673468E3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3CA37-EFC3-AAD5-A550-EB74166561AF}"/>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0FF732F0-702C-2055-E0B8-098D8FA2244A}"/>
              </a:ext>
            </a:extLst>
          </p:cNvPr>
          <p:cNvSpPr>
            <a:spLocks noGrp="1"/>
          </p:cNvSpPr>
          <p:nvPr>
            <p:ph type="sldNum" sz="quarter" idx="5"/>
          </p:nvPr>
        </p:nvSpPr>
        <p:spPr/>
        <p:txBody>
          <a:bodyPr/>
          <a:lstStyle/>
          <a:p>
            <a:fld id="{744D98D4-FAA8-4A4E-98CB-56B065BA52D2}" type="slidenum">
              <a:rPr lang="he-IL" smtClean="0"/>
              <a:t>9</a:t>
            </a:fld>
            <a:endParaRPr lang="he-IL"/>
          </a:p>
        </p:txBody>
      </p:sp>
    </p:spTree>
    <p:extLst>
      <p:ext uri="{BB962C8B-B14F-4D97-AF65-F5344CB8AC3E}">
        <p14:creationId xmlns:p14="http://schemas.microsoft.com/office/powerpoint/2010/main" val="3210409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2A89-C15A-0CA9-E6AD-04D630028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2F5A0-DF4E-5232-1D2A-5E23502B4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68E3C-4AEE-B77C-5978-5E25D775F1B5}"/>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03CCDE90-04EA-68CC-5828-CA6D4F988BED}"/>
              </a:ext>
            </a:extLst>
          </p:cNvPr>
          <p:cNvSpPr>
            <a:spLocks noGrp="1"/>
          </p:cNvSpPr>
          <p:nvPr>
            <p:ph type="sldNum" sz="quarter" idx="5"/>
          </p:nvPr>
        </p:nvSpPr>
        <p:spPr/>
        <p:txBody>
          <a:bodyPr/>
          <a:lstStyle/>
          <a:p>
            <a:fld id="{744D98D4-FAA8-4A4E-98CB-56B065BA52D2}" type="slidenum">
              <a:rPr lang="he-IL" smtClean="0"/>
              <a:t>10</a:t>
            </a:fld>
            <a:endParaRPr lang="he-IL"/>
          </a:p>
        </p:txBody>
      </p:sp>
    </p:spTree>
    <p:extLst>
      <p:ext uri="{BB962C8B-B14F-4D97-AF65-F5344CB8AC3E}">
        <p14:creationId xmlns:p14="http://schemas.microsoft.com/office/powerpoint/2010/main" val="1115752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200" dirty="0"/>
              <a:t>Requires same physical memory page into their (possibly different) virtual address spaces</a:t>
            </a:r>
          </a:p>
          <a:p>
            <a:pPr marL="285750" indent="-285750">
              <a:buFont typeface="Arial" panose="020B0604020202020204" pitchFamily="34" charset="0"/>
              <a:buChar char="•"/>
            </a:pPr>
            <a:r>
              <a:rPr lang="en-US" sz="1200" dirty="0"/>
              <a:t>Can be a shared library</a:t>
            </a:r>
          </a:p>
        </p:txBody>
      </p:sp>
      <p:sp>
        <p:nvSpPr>
          <p:cNvPr id="4" name="Slide Number Placeholder 3"/>
          <p:cNvSpPr>
            <a:spLocks noGrp="1"/>
          </p:cNvSpPr>
          <p:nvPr>
            <p:ph type="sldNum" sz="quarter" idx="5"/>
          </p:nvPr>
        </p:nvSpPr>
        <p:spPr/>
        <p:txBody>
          <a:bodyPr/>
          <a:lstStyle/>
          <a:p>
            <a:fld id="{8B990660-4B7D-4C11-96DB-B19FFA8CA93C}" type="slidenum">
              <a:rPr lang="en-US" smtClean="0"/>
              <a:t>11</a:t>
            </a:fld>
            <a:endParaRPr lang="en-US" dirty="0"/>
          </a:p>
        </p:txBody>
      </p:sp>
    </p:spTree>
    <p:extLst>
      <p:ext uri="{BB962C8B-B14F-4D97-AF65-F5344CB8AC3E}">
        <p14:creationId xmlns:p14="http://schemas.microsoft.com/office/powerpoint/2010/main" val="3521914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לה</a:t>
            </a:r>
            <a:r>
              <a:rPr lang="he-IL" dirty="0"/>
              <a:t>סביר משמעות של </a:t>
            </a:r>
            <a:endParaRPr lang="en-US" dirty="0"/>
          </a:p>
          <a:p>
            <a:r>
              <a:rPr lang="en-US" dirty="0"/>
              <a:t>cache</a:t>
            </a:r>
          </a:p>
          <a:p>
            <a:r>
              <a:rPr lang="en-US" dirty="0"/>
              <a:t>By default, caches will exploit temporal locality to hide the latency of repeated accesses to memory by storing data recently used by the core.</a:t>
            </a:r>
            <a:endParaRPr lang="he-IL" dirty="0"/>
          </a:p>
          <a:p>
            <a:endParaRPr lang="he-IL" dirty="0"/>
          </a:p>
          <a:p>
            <a:r>
              <a:rPr lang="en-US" dirty="0"/>
              <a:t>int A[M]; </a:t>
            </a:r>
            <a:endParaRPr lang="he-IL" dirty="0"/>
          </a:p>
          <a:p>
            <a:r>
              <a:rPr lang="en-US" dirty="0"/>
              <a:t>... // e.g., initialize A </a:t>
            </a:r>
            <a:endParaRPr lang="he-IL" dirty="0"/>
          </a:p>
          <a:p>
            <a:r>
              <a:rPr lang="en-US" dirty="0"/>
              <a:t>for (</a:t>
            </a:r>
            <a:r>
              <a:rPr lang="en-US" dirty="0" err="1"/>
              <a:t>i</a:t>
            </a:r>
            <a:r>
              <a:rPr lang="en-US" dirty="0"/>
              <a:t> = 0 ... M) A[k*</a:t>
            </a:r>
            <a:r>
              <a:rPr lang="en-US" dirty="0" err="1"/>
              <a:t>i</a:t>
            </a:r>
            <a:r>
              <a:rPr lang="en-US" dirty="0"/>
              <a:t>];</a:t>
            </a:r>
            <a:endParaRPr lang="he-IL" dirty="0"/>
          </a:p>
          <a:p>
            <a:endParaRPr lang="he-IL" dirty="0"/>
          </a:p>
          <a:p>
            <a:r>
              <a:rPr lang="en-US" dirty="0"/>
              <a:t>for some constant stride k. Upon observing the core request addresses &amp;A[0], &amp;A[k], ..., &amp;A[k*N], the prefetcher predicts that the core will request &amp;A[k*(N+1)], ..., &amp;A[k*(</a:t>
            </a:r>
            <a:r>
              <a:rPr lang="en-US" dirty="0" err="1"/>
              <a:t>N+delta</a:t>
            </a:r>
            <a:r>
              <a:rPr lang="en-US" dirty="0"/>
              <a:t>)] in the near future and proactively issues cache fills for those cache lines. Here, N is the confidence threshold: how many accesses must be seen before the prefetcher activates. delta is the depth: how far ahead the prefetcher prefetches once it activates. Depth is often directly correlated to the confidence: As more accesses are made, the prefetcher will fetch proportionally farther ahead. Importantly, prefetchers live in the memory system and are software transparent. For example, they might live between the core and level 1 (L1) cache, or between two </a:t>
            </a:r>
            <a:r>
              <a:rPr lang="en-US" dirty="0" err="1"/>
              <a:t>lowerlevels</a:t>
            </a:r>
            <a:r>
              <a:rPr lang="en-US" dirty="0"/>
              <a:t> (L2+) of cache. As such, they are unaware of program semantics: they only see the program address pattern and try to predict the next address. In the above code snippet, the prefetcher is unaware of the array A, its base or its bound. Thus, the prefetcher will prefetch data out of bounds of A, i.e., up to address &amp;A[</a:t>
            </a:r>
            <a:r>
              <a:rPr lang="en-US" dirty="0" err="1"/>
              <a:t>M+k</a:t>
            </a:r>
            <a:r>
              <a:rPr lang="en-US" dirty="0"/>
              <a:t>*delta], before it realizes through subsequent failed validations that the program doesn’t intend to access beyond the array bounds. This will have important security implications later on.</a:t>
            </a:r>
          </a:p>
        </p:txBody>
      </p:sp>
      <p:sp>
        <p:nvSpPr>
          <p:cNvPr id="4" name="Slide Number Placeholder 3"/>
          <p:cNvSpPr>
            <a:spLocks noGrp="1"/>
          </p:cNvSpPr>
          <p:nvPr>
            <p:ph type="sldNum" sz="quarter" idx="5"/>
          </p:nvPr>
        </p:nvSpPr>
        <p:spPr/>
        <p:txBody>
          <a:bodyPr/>
          <a:lstStyle/>
          <a:p>
            <a:fld id="{8B990660-4B7D-4C11-96DB-B19FFA8CA93C}" type="slidenum">
              <a:rPr lang="en-US" smtClean="0"/>
              <a:t>12</a:t>
            </a:fld>
            <a:endParaRPr lang="en-US" dirty="0"/>
          </a:p>
        </p:txBody>
      </p:sp>
    </p:spTree>
    <p:extLst>
      <p:ext uri="{BB962C8B-B14F-4D97-AF65-F5344CB8AC3E}">
        <p14:creationId xmlns:p14="http://schemas.microsoft.com/office/powerpoint/2010/main" val="6438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train phase, the DMP monitors the data returned to the core as well as subsequent addresses and tries to determine whether the address stream is a specific function of the data returned. For example, in a pointer chase data will be directly used as an address. In the prefetch phase, the prefetcher will initiate reads to memory that follow the predicted pattern. This, crucially, requires the prefetcher to examine and act on the contents of data memory directly. For a pointer chase, the prefetcher will read a cache line that it believes contains a pointer and then dereference the pointer.</a:t>
            </a:r>
          </a:p>
          <a:p>
            <a:endParaRPr lang="en-US" dirty="0"/>
          </a:p>
          <a:p>
            <a:r>
              <a:rPr lang="he-IL" dirty="0"/>
              <a:t>נגיד רץ על רשימה מקושרת, רואה בקשה לכתובת של המצביע לנוד הבא.</a:t>
            </a:r>
            <a:br>
              <a:rPr lang="en-US" dirty="0"/>
            </a:br>
            <a:r>
              <a:rPr lang="he-IL" dirty="0" err="1"/>
              <a:t>הDMP</a:t>
            </a:r>
            <a:r>
              <a:rPr lang="he-IL" dirty="0"/>
              <a:t> </a:t>
            </a:r>
          </a:p>
          <a:p>
            <a:r>
              <a:rPr lang="he-IL" dirty="0"/>
              <a:t>יודע שזה רשימה מקושרת אז הוא כבר מבקש את מה שיש בכתובת הזאת,</a:t>
            </a:r>
          </a:p>
          <a:p>
            <a:r>
              <a:rPr lang="he-IL" dirty="0"/>
              <a:t>ואז מתוכה, את מה שיש בכתובת </a:t>
            </a:r>
          </a:p>
          <a:p>
            <a:endParaRPr lang="he-IL" dirty="0"/>
          </a:p>
          <a:p>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13</a:t>
            </a:fld>
            <a:endParaRPr lang="en-US" dirty="0"/>
          </a:p>
        </p:txBody>
      </p:sp>
    </p:spTree>
    <p:extLst>
      <p:ext uri="{BB962C8B-B14F-4D97-AF65-F5344CB8AC3E}">
        <p14:creationId xmlns:p14="http://schemas.microsoft.com/office/powerpoint/2010/main" val="1433925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כ</a:t>
            </a:r>
            <a:r>
              <a:rPr lang="he-IL" dirty="0"/>
              <a:t>די להצליח את </a:t>
            </a:r>
          </a:p>
          <a:p>
            <a:r>
              <a:rPr lang="en-US" dirty="0"/>
              <a:t>C</a:t>
            </a:r>
            <a:endParaRPr lang="he-IL" dirty="0"/>
          </a:p>
          <a:p>
            <a:r>
              <a:rPr lang="en-US" dirty="0" err="1"/>
              <a:t>ה</a:t>
            </a:r>
            <a:r>
              <a:rPr lang="he-IL" dirty="0" err="1"/>
              <a:t>וא</a:t>
            </a:r>
            <a:r>
              <a:rPr lang="he-IL" dirty="0"/>
              <a:t> צריך לדעת איפה מערך </a:t>
            </a:r>
          </a:p>
          <a:p>
            <a:r>
              <a:rPr lang="he-IL" dirty="0" err="1"/>
              <a:t>B</a:t>
            </a:r>
            <a:endParaRPr lang="he-IL" dirty="0"/>
          </a:p>
          <a:p>
            <a:r>
              <a:rPr lang="he-IL" dirty="0"/>
              <a:t>מתחיל בזיכרון ואז להוסיף לו את הערך מ </a:t>
            </a:r>
          </a:p>
          <a:p>
            <a:r>
              <a:rPr lang="he-IL" dirty="0" err="1"/>
              <a:t>A</a:t>
            </a:r>
            <a:endParaRPr lang="he-IL" dirty="0"/>
          </a:p>
          <a:p>
            <a:r>
              <a:rPr lang="he-IL" dirty="0"/>
              <a:t>כדי לעשות חיזוי ערכי. פעולה מורכבת</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14</a:t>
            </a:fld>
            <a:endParaRPr lang="en-US" dirty="0"/>
          </a:p>
        </p:txBody>
      </p:sp>
    </p:spTree>
    <p:extLst>
      <p:ext uri="{BB962C8B-B14F-4D97-AF65-F5344CB8AC3E}">
        <p14:creationId xmlns:p14="http://schemas.microsoft.com/office/powerpoint/2010/main" val="1320346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15</a:t>
            </a:fld>
            <a:endParaRPr lang="en-US" dirty="0"/>
          </a:p>
        </p:txBody>
      </p:sp>
    </p:spTree>
    <p:extLst>
      <p:ext uri="{BB962C8B-B14F-4D97-AF65-F5344CB8AC3E}">
        <p14:creationId xmlns:p14="http://schemas.microsoft.com/office/powerpoint/2010/main" val="160019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16</a:t>
            </a:fld>
            <a:endParaRPr lang="en-US" dirty="0"/>
          </a:p>
        </p:txBody>
      </p:sp>
    </p:spTree>
    <p:extLst>
      <p:ext uri="{BB962C8B-B14F-4D97-AF65-F5344CB8AC3E}">
        <p14:creationId xmlns:p14="http://schemas.microsoft.com/office/powerpoint/2010/main" val="62792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17</a:t>
            </a:fld>
            <a:endParaRPr lang="en-US" dirty="0"/>
          </a:p>
        </p:txBody>
      </p:sp>
    </p:spTree>
    <p:extLst>
      <p:ext uri="{BB962C8B-B14F-4D97-AF65-F5344CB8AC3E}">
        <p14:creationId xmlns:p14="http://schemas.microsoft.com/office/powerpoint/2010/main" val="2138213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כ</a:t>
            </a:r>
            <a:r>
              <a:rPr lang="he-IL" dirty="0"/>
              <a:t>די להצליח את </a:t>
            </a:r>
          </a:p>
          <a:p>
            <a:r>
              <a:rPr lang="en-US" dirty="0"/>
              <a:t>C</a:t>
            </a:r>
            <a:endParaRPr lang="he-IL" dirty="0"/>
          </a:p>
          <a:p>
            <a:r>
              <a:rPr lang="en-US" dirty="0" err="1"/>
              <a:t>ה</a:t>
            </a:r>
            <a:r>
              <a:rPr lang="he-IL" dirty="0" err="1"/>
              <a:t>וא</a:t>
            </a:r>
            <a:r>
              <a:rPr lang="he-IL" dirty="0"/>
              <a:t> צריך לדעת איפה מערך </a:t>
            </a:r>
          </a:p>
          <a:p>
            <a:r>
              <a:rPr lang="he-IL" dirty="0" err="1"/>
              <a:t>B</a:t>
            </a:r>
            <a:endParaRPr lang="he-IL" dirty="0"/>
          </a:p>
          <a:p>
            <a:r>
              <a:rPr lang="he-IL" dirty="0"/>
              <a:t>מתחיל בזיכרון ואז להוסיף לו את הערך מ </a:t>
            </a:r>
          </a:p>
          <a:p>
            <a:r>
              <a:rPr lang="he-IL" dirty="0" err="1"/>
              <a:t>A</a:t>
            </a:r>
            <a:endParaRPr lang="he-IL" dirty="0"/>
          </a:p>
          <a:p>
            <a:r>
              <a:rPr lang="he-IL" dirty="0"/>
              <a:t>כדי לעשות חיזוי ערכי. פעולה מורכבת</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18</a:t>
            </a:fld>
            <a:endParaRPr lang="en-US" dirty="0"/>
          </a:p>
        </p:txBody>
      </p:sp>
    </p:spTree>
    <p:extLst>
      <p:ext uri="{BB962C8B-B14F-4D97-AF65-F5344CB8AC3E}">
        <p14:creationId xmlns:p14="http://schemas.microsoft.com/office/powerpoint/2010/main" val="2315722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thrash cache by reads huge amounts of unrelated data to fill up the cache.</a:t>
            </a:r>
          </a:p>
        </p:txBody>
      </p:sp>
      <p:sp>
        <p:nvSpPr>
          <p:cNvPr id="4" name="Slide Number Placeholder 3"/>
          <p:cNvSpPr>
            <a:spLocks noGrp="1"/>
          </p:cNvSpPr>
          <p:nvPr>
            <p:ph type="sldNum" sz="quarter" idx="5"/>
          </p:nvPr>
        </p:nvSpPr>
        <p:spPr/>
        <p:txBody>
          <a:bodyPr/>
          <a:lstStyle/>
          <a:p>
            <a:fld id="{8B990660-4B7D-4C11-96DB-B19FFA8CA93C}" type="slidenum">
              <a:rPr lang="en-US" smtClean="0"/>
              <a:t>19</a:t>
            </a:fld>
            <a:endParaRPr lang="en-US" dirty="0"/>
          </a:p>
        </p:txBody>
      </p:sp>
    </p:spTree>
    <p:extLst>
      <p:ext uri="{BB962C8B-B14F-4D97-AF65-F5344CB8AC3E}">
        <p14:creationId xmlns:p14="http://schemas.microsoft.com/office/powerpoint/2010/main" val="946738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thrash cache by reads huge amounts of unrelated data to fill up the cache.</a:t>
            </a:r>
          </a:p>
        </p:txBody>
      </p:sp>
      <p:sp>
        <p:nvSpPr>
          <p:cNvPr id="4" name="Slide Number Placeholder 3"/>
          <p:cNvSpPr>
            <a:spLocks noGrp="1"/>
          </p:cNvSpPr>
          <p:nvPr>
            <p:ph type="sldNum" sz="quarter" idx="5"/>
          </p:nvPr>
        </p:nvSpPr>
        <p:spPr/>
        <p:txBody>
          <a:bodyPr/>
          <a:lstStyle/>
          <a:p>
            <a:fld id="{8B990660-4B7D-4C11-96DB-B19FFA8CA93C}" type="slidenum">
              <a:rPr lang="en-US" smtClean="0"/>
              <a:t>20</a:t>
            </a:fld>
            <a:endParaRPr lang="en-US" dirty="0"/>
          </a:p>
        </p:txBody>
      </p:sp>
    </p:spTree>
    <p:extLst>
      <p:ext uri="{BB962C8B-B14F-4D97-AF65-F5344CB8AC3E}">
        <p14:creationId xmlns:p14="http://schemas.microsoft.com/office/powerpoint/2010/main" val="35037862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hlinkClick r:id="rId3"/>
              </a:rPr>
              <a:t>Firestorm</a:t>
            </a:r>
            <a:r>
              <a:rPr lang="en-US" dirty="0"/>
              <a:t> cores are Apple's high-performance CPU cores, designed for demanding tasks, while </a:t>
            </a:r>
            <a:r>
              <a:rPr lang="en-US" dirty="0">
                <a:effectLst/>
                <a:hlinkClick r:id="rId4"/>
              </a:rPr>
              <a:t>Icestorm</a:t>
            </a:r>
            <a:r>
              <a:rPr lang="en-US" dirty="0"/>
              <a:t> cores are smaller, highly efficient cores for background and less intensive work</a:t>
            </a:r>
            <a:r>
              <a:rPr lang="en-US" b="0" i="0" dirty="0">
                <a:solidFill>
                  <a:srgbClr val="E6E8F0"/>
                </a:solidFill>
                <a:effectLst/>
                <a:latin typeface="Google Sans"/>
              </a:rPr>
              <a:t>, both found in the M1 chip, differing mainly in their power-vs-performance balance, with Firestorm delivering raw speed and </a:t>
            </a:r>
            <a:r>
              <a:rPr lang="en-US" b="0" i="0" dirty="0" err="1">
                <a:solidFill>
                  <a:srgbClr val="E6E8F0"/>
                </a:solidFill>
                <a:effectLst/>
                <a:latin typeface="Google Sans"/>
              </a:rPr>
              <a:t>Icestorm</a:t>
            </a:r>
            <a:r>
              <a:rPr lang="en-US" b="0" i="0" dirty="0">
                <a:solidFill>
                  <a:srgbClr val="E6E8F0"/>
                </a:solidFill>
                <a:effectLst/>
                <a:latin typeface="Google Sans"/>
              </a:rPr>
              <a:t> maximizing battery life and low heat, creating a powerful yet efficient system</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21</a:t>
            </a:fld>
            <a:endParaRPr lang="en-US" dirty="0"/>
          </a:p>
        </p:txBody>
      </p:sp>
    </p:spTree>
    <p:extLst>
      <p:ext uri="{BB962C8B-B14F-4D97-AF65-F5344CB8AC3E}">
        <p14:creationId xmlns:p14="http://schemas.microsoft.com/office/powerpoint/2010/main" val="3052496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0EBD7-65C2-212F-F3FE-CAF3847131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63E3DAB9-48AF-C1D0-DCF1-C33025F49F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8CAC7A65-0FBE-0524-83D1-21053613D0AF}"/>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5" name="Footer Placeholder 4">
            <a:extLst>
              <a:ext uri="{FF2B5EF4-FFF2-40B4-BE49-F238E27FC236}">
                <a16:creationId xmlns:a16="http://schemas.microsoft.com/office/drawing/2014/main" id="{42339E83-616E-D65B-FF5A-9115DC8A93F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E498FA18-35AA-48A1-3E03-9DB403840A78}"/>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311919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26899-7679-C2BE-558D-37646AE93D32}"/>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5AF5AF20-39ED-A921-3FE8-9D88318F33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F73E6968-297A-0C57-5065-5BCCDBC72445}"/>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5" name="Footer Placeholder 4">
            <a:extLst>
              <a:ext uri="{FF2B5EF4-FFF2-40B4-BE49-F238E27FC236}">
                <a16:creationId xmlns:a16="http://schemas.microsoft.com/office/drawing/2014/main" id="{8C96FF28-FF45-0811-2BCA-DF30A7E38FED}"/>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0FDA89F-1A4E-0C48-996A-DB33F489EE3E}"/>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3030349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50D5D-7F2A-75D9-D525-214DF13367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5DCCBC93-9991-FF20-77C7-E207279A20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761310-CCC3-09CA-A33B-32302D04CCBB}"/>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5" name="Footer Placeholder 4">
            <a:extLst>
              <a:ext uri="{FF2B5EF4-FFF2-40B4-BE49-F238E27FC236}">
                <a16:creationId xmlns:a16="http://schemas.microsoft.com/office/drawing/2014/main" id="{B9837448-85B9-428B-D296-183A2C2C7E37}"/>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5C3AFA32-C7E3-97AB-B1E6-37A71F7DB0E3}"/>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2206017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E5255-9AA0-694C-513E-5EA64C48AC4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30E99D19-D6F5-64C7-F9AF-CCBC56B008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6136A7FE-91C0-1613-5F0D-E20F6190B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58D4ADA6-DFE8-761E-61C1-C60C36F4D9D4}"/>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6" name="Footer Placeholder 5">
            <a:extLst>
              <a:ext uri="{FF2B5EF4-FFF2-40B4-BE49-F238E27FC236}">
                <a16:creationId xmlns:a16="http://schemas.microsoft.com/office/drawing/2014/main" id="{40B7B74C-4356-4F5E-71D4-CA80671F31A6}"/>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33CEA92B-CC0B-E182-B834-0D50914CF1C0}"/>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547522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6B0C8-2477-4C00-C66D-75CC3CE95154}"/>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F1A776F1-2D18-0649-624A-AEDAA36AB2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9DF344-9304-1676-31ED-F6A43E0DD9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A98ADD4E-EDC8-62F9-8200-8859400C79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BD7885-B505-11A1-2B16-0F6752B71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50CFD13F-1251-EC00-17AF-CAAD959267BC}"/>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8" name="Footer Placeholder 7">
            <a:extLst>
              <a:ext uri="{FF2B5EF4-FFF2-40B4-BE49-F238E27FC236}">
                <a16:creationId xmlns:a16="http://schemas.microsoft.com/office/drawing/2014/main" id="{1CFB2BAE-AEE9-92E7-27BB-F31B2A92034A}"/>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4B35D8E6-6584-D8F9-374D-5C4880EA1CDB}"/>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335201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27513-8F7C-86C7-97DC-F3ABFFA32EDD}"/>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4509BC33-0140-C554-1BCB-FCA66B8BFD99}"/>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4" name="Footer Placeholder 3">
            <a:extLst>
              <a:ext uri="{FF2B5EF4-FFF2-40B4-BE49-F238E27FC236}">
                <a16:creationId xmlns:a16="http://schemas.microsoft.com/office/drawing/2014/main" id="{53B6221A-09AA-FD75-4FB1-2124A4616E99}"/>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548CBED3-EDF6-AA61-3585-EE7C354E6223}"/>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774727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2D2E0B-90F1-534E-FD4A-A0648A415D4F}"/>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3" name="Footer Placeholder 2">
            <a:extLst>
              <a:ext uri="{FF2B5EF4-FFF2-40B4-BE49-F238E27FC236}">
                <a16:creationId xmlns:a16="http://schemas.microsoft.com/office/drawing/2014/main" id="{584076D0-9CBD-56BF-E8C0-92381CA0B303}"/>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7E76CEA5-BB20-6BED-DCB3-06FC5B3C4F55}"/>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1626267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59FBC-CFAE-51E3-5EB4-A8381C4E14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9FD8AB05-B964-D853-49FF-D6DC89C4D8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C4D85733-067B-D46F-AE1D-E72192F46F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23E2E-0B22-65B4-85D5-3F2E3453700E}"/>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6" name="Footer Placeholder 5">
            <a:extLst>
              <a:ext uri="{FF2B5EF4-FFF2-40B4-BE49-F238E27FC236}">
                <a16:creationId xmlns:a16="http://schemas.microsoft.com/office/drawing/2014/main" id="{03FF47C3-272E-824F-5A20-1838B385DEC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69DE7D73-8F91-EB7B-C336-C1A706CF26EE}"/>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2504923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4538E-7F40-8A7A-7D6C-84A7633DB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A751FE54-9CAE-AFBF-0C48-C40438837C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7282CBAF-491A-824A-2EA2-20D0F92B77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6477B6-F2AC-475E-15F6-3B13478AB601}"/>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6" name="Footer Placeholder 5">
            <a:extLst>
              <a:ext uri="{FF2B5EF4-FFF2-40B4-BE49-F238E27FC236}">
                <a16:creationId xmlns:a16="http://schemas.microsoft.com/office/drawing/2014/main" id="{017FB052-B9E8-1589-3AE1-BF9803EC69D1}"/>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7E50A8D6-9050-1C0D-4AF4-A2E02B2E9818}"/>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3457640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C9C15-A2C9-9C74-C695-6E622802D793}"/>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E4ECEC80-32FF-8750-7A4D-1AC05DDDD0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07DCC73-8FBA-EA0B-C23E-F2FE7AC3E5E8}"/>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5" name="Footer Placeholder 4">
            <a:extLst>
              <a:ext uri="{FF2B5EF4-FFF2-40B4-BE49-F238E27FC236}">
                <a16:creationId xmlns:a16="http://schemas.microsoft.com/office/drawing/2014/main" id="{B78C2D0C-E2E1-0041-3878-F6C46C79773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7B1AD70-2707-FB18-0F9F-5F501F0F8784}"/>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632536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BAA392-1A8B-987A-B425-7BCBE5C40A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72E3834F-FBC2-0E38-9BC8-489D70782B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60265654-76C0-8C68-4068-5EE64B5ABC2C}"/>
              </a:ext>
            </a:extLst>
          </p:cNvPr>
          <p:cNvSpPr>
            <a:spLocks noGrp="1"/>
          </p:cNvSpPr>
          <p:nvPr>
            <p:ph type="dt" sz="half" idx="10"/>
          </p:nvPr>
        </p:nvSpPr>
        <p:spPr/>
        <p:txBody>
          <a:bodyPr/>
          <a:lstStyle/>
          <a:p>
            <a:fld id="{CA82AAB3-F572-421B-BBA5-380B7B0F8266}" type="datetimeFigureOut">
              <a:rPr lang="he-IL" smtClean="0"/>
              <a:t>כ"ג/ניסן/תשפ"ו</a:t>
            </a:fld>
            <a:endParaRPr lang="he-IL"/>
          </a:p>
        </p:txBody>
      </p:sp>
      <p:sp>
        <p:nvSpPr>
          <p:cNvPr id="5" name="Footer Placeholder 4">
            <a:extLst>
              <a:ext uri="{FF2B5EF4-FFF2-40B4-BE49-F238E27FC236}">
                <a16:creationId xmlns:a16="http://schemas.microsoft.com/office/drawing/2014/main" id="{FDE4A1CD-0873-0905-2B42-7586D9BF11D2}"/>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33B2B99-0FAA-BECE-1D2F-9473F6D783FC}"/>
              </a:ext>
            </a:extLst>
          </p:cNvPr>
          <p:cNvSpPr>
            <a:spLocks noGrp="1"/>
          </p:cNvSpPr>
          <p:nvPr>
            <p:ph type="sldNum" sz="quarter" idx="12"/>
          </p:nvPr>
        </p:nvSpPr>
        <p:spPr/>
        <p:txBody>
          <a:bodyPr/>
          <a:lstStyle/>
          <a:p>
            <a:fld id="{B7370543-CA90-4ACF-B81C-61401051C4A7}" type="slidenum">
              <a:rPr lang="he-IL" smtClean="0"/>
              <a:t>‹#›</a:t>
            </a:fld>
            <a:endParaRPr lang="he-IL"/>
          </a:p>
        </p:txBody>
      </p:sp>
    </p:spTree>
    <p:extLst>
      <p:ext uri="{BB962C8B-B14F-4D97-AF65-F5344CB8AC3E}">
        <p14:creationId xmlns:p14="http://schemas.microsoft.com/office/powerpoint/2010/main" val="21225363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174491209"/>
      </p:ext>
    </p:extLst>
  </p:cSld>
  <p:clrMapOvr>
    <a:masterClrMapping/>
  </p:clrMapOvr>
  <p:extLst>
    <p:ext uri="{DCECCB84-F9BA-43D5-87BE-67443E8EF086}">
      <p15:sldGuideLst xmlns:p15="http://schemas.microsoft.com/office/powerpoint/2012/main">
        <p15:guide id="1" pos="73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6611388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dirty="0"/>
              <a:t>Click icon to add picture</a:t>
            </a:r>
          </a:p>
        </p:txBody>
      </p:sp>
    </p:spTree>
    <p:extLst>
      <p:ext uri="{BB962C8B-B14F-4D97-AF65-F5344CB8AC3E}">
        <p14:creationId xmlns:p14="http://schemas.microsoft.com/office/powerpoint/2010/main" val="12842180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dirty="0"/>
              <a:t>Click icon to add picture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733057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Content and Imag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dirty="0"/>
              <a:t>Click icon to add picture</a:t>
            </a:r>
          </a:p>
        </p:txBody>
      </p:sp>
    </p:spTree>
    <p:extLst>
      <p:ext uri="{BB962C8B-B14F-4D97-AF65-F5344CB8AC3E}">
        <p14:creationId xmlns:p14="http://schemas.microsoft.com/office/powerpoint/2010/main" val="32961906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899563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alpha val="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87A4F9-D5A7-096D-63D6-1001821039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F0D9B8FF-7EDC-8922-29C7-6D490B94B4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81F468F-BCC8-AF8A-1562-FDD7C0BF7D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82AAB3-F572-421B-BBA5-380B7B0F8266}" type="datetimeFigureOut">
              <a:rPr lang="he-IL" smtClean="0"/>
              <a:t>כ"ג/ניסן/תשפ"ו</a:t>
            </a:fld>
            <a:endParaRPr lang="he-IL"/>
          </a:p>
        </p:txBody>
      </p:sp>
      <p:sp>
        <p:nvSpPr>
          <p:cNvPr id="5" name="Footer Placeholder 4">
            <a:extLst>
              <a:ext uri="{FF2B5EF4-FFF2-40B4-BE49-F238E27FC236}">
                <a16:creationId xmlns:a16="http://schemas.microsoft.com/office/drawing/2014/main" id="{758D6089-43D2-6AA7-7B65-5086D9BCBA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36FE86DD-437E-8B39-E963-08BA71700E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370543-CA90-4ACF-B81C-61401051C4A7}" type="slidenum">
              <a:rPr lang="he-IL" smtClean="0"/>
              <a:t>‹#›</a:t>
            </a:fld>
            <a:endParaRPr lang="he-IL"/>
          </a:p>
        </p:txBody>
      </p:sp>
    </p:spTree>
    <p:extLst>
      <p:ext uri="{BB962C8B-B14F-4D97-AF65-F5344CB8AC3E}">
        <p14:creationId xmlns:p14="http://schemas.microsoft.com/office/powerpoint/2010/main" val="2363222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CAE6690-A431-6CBC-F9D3-C8F109529F80}"/>
              </a:ext>
            </a:extLst>
          </p:cNvPr>
          <p:cNvSpPr>
            <a:spLocks noGrp="1"/>
          </p:cNvSpPr>
          <p:nvPr>
            <p:ph type="subTitle" idx="1"/>
          </p:nvPr>
        </p:nvSpPr>
        <p:spPr>
          <a:xfrm>
            <a:off x="1524000" y="4607878"/>
            <a:ext cx="9144000" cy="1655762"/>
          </a:xfrm>
        </p:spPr>
        <p:txBody>
          <a:bodyPr>
            <a:normAutofit lnSpcReduction="10000"/>
          </a:bodyPr>
          <a:lstStyle/>
          <a:p>
            <a:endParaRPr lang="en-US" dirty="0"/>
          </a:p>
          <a:p>
            <a:endParaRPr lang="en-US" dirty="0"/>
          </a:p>
          <a:p>
            <a:endParaRPr lang="en-US" dirty="0"/>
          </a:p>
          <a:p>
            <a:r>
              <a:rPr lang="he-IL" dirty="0"/>
              <a:t>אוהד איתן</a:t>
            </a:r>
          </a:p>
        </p:txBody>
      </p:sp>
      <p:sp>
        <p:nvSpPr>
          <p:cNvPr id="5" name="Rectangle 2">
            <a:extLst>
              <a:ext uri="{FF2B5EF4-FFF2-40B4-BE49-F238E27FC236}">
                <a16:creationId xmlns:a16="http://schemas.microsoft.com/office/drawing/2014/main" id="{F98EDDEE-620E-C6CB-D58F-342FB62E7ACB}"/>
              </a:ext>
            </a:extLst>
          </p:cNvPr>
          <p:cNvSpPr>
            <a:spLocks noGrp="1" noChangeArrowheads="1"/>
          </p:cNvSpPr>
          <p:nvPr>
            <p:ph type="ctrTitle"/>
          </p:nvPr>
        </p:nvSpPr>
        <p:spPr bwMode="auto">
          <a:xfrm>
            <a:off x="1369967" y="1831166"/>
            <a:ext cx="9307286" cy="2662267"/>
          </a:xfrm>
          <a:prstGeom prst="rect">
            <a:avLst/>
          </a:prstGeom>
          <a:noFill/>
          <a:ln>
            <a:noFill/>
          </a:ln>
          <a:effec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rtl="1">
              <a:lnSpc>
                <a:spcPct val="100000"/>
              </a:lnSpc>
            </a:pP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נ.נ. בתכנון משולב חומרה/תוכנה</a:t>
            </a:r>
            <a:br>
              <a:rPr kumimoji="0" lang="he-IL" altLang="he-IL" sz="4800" b="1" i="0" u="none" strike="noStrike" cap="none" normalizeH="0" baseline="0" dirty="0">
                <a:ln>
                  <a:noFill/>
                </a:ln>
                <a:solidFill>
                  <a:srgbClr val="7030A0"/>
                </a:solidFill>
                <a:effectLst/>
                <a:latin typeface="Assistant" pitchFamily="2" charset="-79"/>
                <a:cs typeface="Assistant" pitchFamily="2" charset="-79"/>
              </a:rPr>
            </a:b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 אביב – 00460882</a:t>
            </a:r>
            <a:br>
              <a:rPr kumimoji="0" lang="en-US" altLang="he-IL" sz="4800" b="1" i="0" u="none" strike="noStrike" cap="none" normalizeH="0" baseline="0" dirty="0">
                <a:ln>
                  <a:noFill/>
                </a:ln>
                <a:solidFill>
                  <a:srgbClr val="7030A0"/>
                </a:solidFill>
                <a:effectLst/>
                <a:latin typeface="Assistant" pitchFamily="2" charset="-79"/>
                <a:cs typeface="Assistant" pitchFamily="2" charset="-79"/>
              </a:rPr>
            </a:b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תרגול  5 – מטמונים ועוד...</a:t>
            </a:r>
            <a:br>
              <a:rPr kumimoji="0" lang="he-IL" altLang="he-IL" sz="1100" b="0" i="0" u="none" strike="noStrike" cap="none" normalizeH="0" baseline="0" dirty="0">
                <a:ln>
                  <a:noFill/>
                </a:ln>
                <a:solidFill>
                  <a:srgbClr val="7030A0"/>
                </a:solidFill>
                <a:effectLst/>
                <a:latin typeface="Assistant" pitchFamily="2" charset="-79"/>
                <a:cs typeface="Assistant" pitchFamily="2" charset="-79"/>
              </a:rPr>
            </a:br>
            <a:endParaRPr kumimoji="0" lang="he-IL" altLang="he-IL" sz="1100" b="0" i="0" u="none" strike="noStrike" cap="none" normalizeH="0" baseline="0" dirty="0">
              <a:ln>
                <a:noFill/>
              </a:ln>
              <a:solidFill>
                <a:srgbClr val="7030A0"/>
              </a:solidFill>
              <a:effectLst/>
              <a:latin typeface="Assistant" pitchFamily="2" charset="-79"/>
              <a:cs typeface="Assistant" pitchFamily="2" charset="-79"/>
            </a:endParaRPr>
          </a:p>
          <a:p>
            <a:pPr marL="0" marR="0" lvl="0" indent="0" defTabSz="914400" rtl="1" eaLnBrk="0" fontAlgn="base" latinLnBrk="0" hangingPunct="0">
              <a:lnSpc>
                <a:spcPct val="100000"/>
              </a:lnSpc>
              <a:spcBef>
                <a:spcPct val="0"/>
              </a:spcBef>
              <a:spcAft>
                <a:spcPct val="0"/>
              </a:spcAft>
              <a:buClrTx/>
              <a:buSzTx/>
              <a:buFontTx/>
              <a:buNone/>
              <a:tabLst/>
            </a:pPr>
            <a:endParaRPr kumimoji="0" lang="he-IL" altLang="he-IL" sz="1800" b="0" i="0" u="none" strike="noStrike" cap="none" normalizeH="0" baseline="0" dirty="0">
              <a:ln>
                <a:noFill/>
              </a:ln>
              <a:solidFill>
                <a:srgbClr val="7030A0"/>
              </a:solidFill>
              <a:effectLst/>
              <a:latin typeface="Assistant" pitchFamily="2" charset="-79"/>
              <a:cs typeface="Assistant" pitchFamily="2" charset="-79"/>
            </a:endParaRPr>
          </a:p>
        </p:txBody>
      </p:sp>
    </p:spTree>
    <p:extLst>
      <p:ext uri="{BB962C8B-B14F-4D97-AF65-F5344CB8AC3E}">
        <p14:creationId xmlns:p14="http://schemas.microsoft.com/office/powerpoint/2010/main" val="3806134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5409248" y="121754"/>
            <a:ext cx="6809422" cy="2735746"/>
          </a:xfrm>
        </p:spPr>
        <p:txBody>
          <a:bodyPr>
            <a:normAutofit/>
          </a:bodyPr>
          <a:lstStyle/>
          <a:p>
            <a:pPr algn="ctr"/>
            <a:r>
              <a:rPr lang="en-US" dirty="0"/>
              <a:t>Augury: Using Data Memory-Dependent Prefetchers to Leak Data at Rest</a:t>
            </a:r>
          </a:p>
        </p:txBody>
      </p:sp>
      <p:pic>
        <p:nvPicPr>
          <p:cNvPr id="2050" name="Picture 2" descr="Augury - Wikipedia">
            <a:extLst>
              <a:ext uri="{FF2B5EF4-FFF2-40B4-BE49-F238E27FC236}">
                <a16:creationId xmlns:a16="http://schemas.microsoft.com/office/drawing/2014/main" id="{07A1AC06-804C-DC4C-BEA2-FC94D943E9B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27656" y="331713"/>
            <a:ext cx="1537103" cy="25257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7E5D3A8-40DD-19AF-37EF-BDD7A8295C29}"/>
              </a:ext>
            </a:extLst>
          </p:cNvPr>
          <p:cNvSpPr txBox="1"/>
          <p:nvPr/>
        </p:nvSpPr>
        <p:spPr>
          <a:xfrm>
            <a:off x="5988050" y="3112574"/>
            <a:ext cx="5746750" cy="2308324"/>
          </a:xfrm>
          <a:prstGeom prst="rect">
            <a:avLst/>
          </a:prstGeom>
          <a:noFill/>
        </p:spPr>
        <p:txBody>
          <a:bodyPr wrap="square">
            <a:spAutoFit/>
          </a:bodyPr>
          <a:lstStyle/>
          <a:p>
            <a:r>
              <a:rPr lang="en-US" sz="2400" b="0" i="0" u="none" strike="noStrike" dirty="0">
                <a:solidFill>
                  <a:srgbClr val="333333"/>
                </a:solidFill>
                <a:effectLst/>
                <a:latin typeface="Aptos" panose="020B0004020202020204" pitchFamily="34" charset="0"/>
              </a:rPr>
              <a:t>J. R. S. </a:t>
            </a:r>
            <a:r>
              <a:rPr lang="en-US" sz="2400" b="0" i="0" u="none" strike="noStrike" dirty="0" err="1">
                <a:solidFill>
                  <a:srgbClr val="333333"/>
                </a:solidFill>
                <a:effectLst/>
                <a:latin typeface="Aptos" panose="020B0004020202020204" pitchFamily="34" charset="0"/>
              </a:rPr>
              <a:t>Vicarte</a:t>
            </a:r>
            <a:r>
              <a:rPr lang="en-US" sz="2400" b="0" i="0" u="none" strike="noStrike" dirty="0">
                <a:solidFill>
                  <a:srgbClr val="333333"/>
                </a:solidFill>
                <a:effectLst/>
                <a:latin typeface="Aptos" panose="020B0004020202020204" pitchFamily="34" charset="0"/>
              </a:rPr>
              <a:t> </a:t>
            </a:r>
            <a:r>
              <a:rPr lang="en-US" sz="2400" b="0" i="1" u="none" strike="noStrike" dirty="0">
                <a:solidFill>
                  <a:srgbClr val="333333"/>
                </a:solidFill>
                <a:effectLst/>
                <a:latin typeface="Aptos" panose="020B0004020202020204" pitchFamily="34" charset="0"/>
              </a:rPr>
              <a:t>et al</a:t>
            </a:r>
            <a:r>
              <a:rPr lang="en-US" sz="2400" b="0" i="0" u="none" strike="noStrike" dirty="0">
                <a:solidFill>
                  <a:srgbClr val="333333"/>
                </a:solidFill>
                <a:effectLst/>
                <a:latin typeface="Aptos" panose="020B0004020202020204" pitchFamily="34" charset="0"/>
              </a:rPr>
              <a:t>., "Augury: Using Data Memory-Dependent Prefetchers to Leak Data at Rest," </a:t>
            </a:r>
            <a:r>
              <a:rPr lang="en-US" sz="2400" b="0" i="1" u="none" strike="noStrike" dirty="0">
                <a:solidFill>
                  <a:srgbClr val="333333"/>
                </a:solidFill>
                <a:effectLst/>
                <a:latin typeface="Aptos" panose="020B0004020202020204" pitchFamily="34" charset="0"/>
              </a:rPr>
              <a:t>2022 IEEE Symposium on Security and Privacy (SP)</a:t>
            </a:r>
            <a:r>
              <a:rPr lang="en-US" sz="2400" b="0" i="0" u="none" strike="noStrike" dirty="0">
                <a:solidFill>
                  <a:srgbClr val="333333"/>
                </a:solidFill>
                <a:effectLst/>
                <a:latin typeface="Aptos" panose="020B0004020202020204" pitchFamily="34" charset="0"/>
              </a:rPr>
              <a:t>, San Francisco, CA, USA, 2022, pp. 1491-1505, </a:t>
            </a:r>
            <a:r>
              <a:rPr lang="en-US" sz="2400" b="0" i="0" u="none" strike="noStrike" dirty="0" err="1">
                <a:solidFill>
                  <a:srgbClr val="333333"/>
                </a:solidFill>
                <a:effectLst/>
                <a:latin typeface="Aptos" panose="020B0004020202020204" pitchFamily="34" charset="0"/>
              </a:rPr>
              <a:t>doi</a:t>
            </a:r>
            <a:r>
              <a:rPr lang="en-US" sz="2400" b="0" i="0" u="none" strike="noStrike" dirty="0">
                <a:solidFill>
                  <a:srgbClr val="333333"/>
                </a:solidFill>
                <a:effectLst/>
                <a:latin typeface="Aptos" panose="020B0004020202020204" pitchFamily="34" charset="0"/>
              </a:rPr>
              <a:t>: 10.1109/SP46214.2022.9833570.</a:t>
            </a:r>
            <a:r>
              <a:rPr lang="en-US" sz="2400" b="0" i="0" dirty="0">
                <a:solidFill>
                  <a:srgbClr val="000000"/>
                </a:solidFill>
                <a:effectLst/>
                <a:latin typeface="Aptos" panose="020B0004020202020204" pitchFamily="34" charset="0"/>
              </a:rPr>
              <a:t>​</a:t>
            </a:r>
            <a:endParaRPr lang="he-IL" sz="2400" dirty="0"/>
          </a:p>
        </p:txBody>
      </p:sp>
    </p:spTree>
    <p:extLst>
      <p:ext uri="{BB962C8B-B14F-4D97-AF65-F5344CB8AC3E}">
        <p14:creationId xmlns:p14="http://schemas.microsoft.com/office/powerpoint/2010/main" val="954410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893064" y="72518"/>
            <a:ext cx="8297380" cy="1326514"/>
          </a:xfrm>
        </p:spPr>
        <p:txBody>
          <a:bodyPr/>
          <a:lstStyle/>
          <a:p>
            <a:r>
              <a:rPr lang="en-US" sz="4000" dirty="0"/>
              <a:t>Agenda</a:t>
            </a:r>
            <a:r>
              <a:rPr lang="en-US" dirty="0"/>
              <a:t> </a:t>
            </a:r>
          </a:p>
        </p:txBody>
      </p:sp>
      <p:sp>
        <p:nvSpPr>
          <p:cNvPr id="7" name="Text Placeholder 6">
            <a:extLst>
              <a:ext uri="{FF2B5EF4-FFF2-40B4-BE49-F238E27FC236}">
                <a16:creationId xmlns:a16="http://schemas.microsoft.com/office/drawing/2014/main" id="{70B4EC43-20C2-1DA5-646B-B8D26CF7D003}"/>
              </a:ext>
            </a:extLst>
          </p:cNvPr>
          <p:cNvSpPr>
            <a:spLocks noGrp="1"/>
          </p:cNvSpPr>
          <p:nvPr>
            <p:ph type="body" sz="quarter" idx="13"/>
          </p:nvPr>
        </p:nvSpPr>
        <p:spPr>
          <a:xfrm>
            <a:off x="865631" y="2072640"/>
            <a:ext cx="8324089" cy="3493008"/>
          </a:xfrm>
        </p:spPr>
        <p:txBody>
          <a:bodyPr>
            <a:normAutofit/>
          </a:bodyPr>
          <a:lstStyle/>
          <a:p>
            <a:pPr marL="0" indent="0">
              <a:buNone/>
            </a:pPr>
            <a:r>
              <a:rPr lang="en-US" sz="2800" dirty="0"/>
              <a:t>What is a side-channel attack (SCA) </a:t>
            </a:r>
          </a:p>
          <a:p>
            <a:pPr marL="0" indent="0">
              <a:buNone/>
            </a:pPr>
            <a:r>
              <a:rPr lang="en-US" sz="2800" dirty="0"/>
              <a:t>Classical and DMP prefetchers</a:t>
            </a:r>
          </a:p>
          <a:p>
            <a:pPr marL="0" indent="0">
              <a:buNone/>
            </a:pPr>
            <a:r>
              <a:rPr lang="en-US" sz="2800" dirty="0"/>
              <a:t>Proving the existence of DMP</a:t>
            </a:r>
          </a:p>
          <a:p>
            <a:pPr marL="0" indent="0">
              <a:buNone/>
            </a:pPr>
            <a:r>
              <a:rPr lang="en-US" sz="2800" dirty="0"/>
              <a:t>Attacks POC</a:t>
            </a:r>
          </a:p>
          <a:p>
            <a:pPr marL="0" indent="0">
              <a:buNone/>
            </a:pPr>
            <a:r>
              <a:rPr lang="en-US" sz="2800" dirty="0"/>
              <a:t>Mitigations</a:t>
            </a:r>
          </a:p>
          <a:p>
            <a:pPr marL="0" indent="0">
              <a:buNone/>
            </a:pPr>
            <a:r>
              <a:rPr lang="en-US" sz="2800" dirty="0"/>
              <a:t>Personal View</a:t>
            </a:r>
          </a:p>
        </p:txBody>
      </p:sp>
    </p:spTree>
    <p:extLst>
      <p:ext uri="{BB962C8B-B14F-4D97-AF65-F5344CB8AC3E}">
        <p14:creationId xmlns:p14="http://schemas.microsoft.com/office/powerpoint/2010/main" val="582749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5765C-FCB1-8787-BC6E-B30D89033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2DD24-B640-D9AB-C042-9003B4E2DE2C}"/>
              </a:ext>
            </a:extLst>
          </p:cNvPr>
          <p:cNvSpPr>
            <a:spLocks noGrp="1"/>
          </p:cNvSpPr>
          <p:nvPr>
            <p:ph type="title"/>
          </p:nvPr>
        </p:nvSpPr>
        <p:spPr>
          <a:xfrm>
            <a:off x="277651" y="462317"/>
            <a:ext cx="5864352" cy="821370"/>
          </a:xfrm>
        </p:spPr>
        <p:txBody>
          <a:bodyPr>
            <a:normAutofit/>
          </a:bodyPr>
          <a:lstStyle/>
          <a:p>
            <a:r>
              <a:rPr lang="en-US" dirty="0"/>
              <a:t>SCA In a Nutshell</a:t>
            </a:r>
          </a:p>
        </p:txBody>
      </p:sp>
      <p:sp>
        <p:nvSpPr>
          <p:cNvPr id="6" name="Text Placeholder 3">
            <a:extLst>
              <a:ext uri="{FF2B5EF4-FFF2-40B4-BE49-F238E27FC236}">
                <a16:creationId xmlns:a16="http://schemas.microsoft.com/office/drawing/2014/main" id="{56CB1007-C13B-834C-9B14-C9568EABDE11}"/>
              </a:ext>
            </a:extLst>
          </p:cNvPr>
          <p:cNvSpPr txBox="1">
            <a:spLocks/>
          </p:cNvSpPr>
          <p:nvPr/>
        </p:nvSpPr>
        <p:spPr>
          <a:xfrm>
            <a:off x="83753" y="2863912"/>
            <a:ext cx="8324089" cy="33766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Targets the </a:t>
            </a:r>
            <a:r>
              <a:rPr lang="en-US" b="1" u="sng" dirty="0"/>
              <a:t>physical implementation</a:t>
            </a:r>
            <a:r>
              <a:rPr lang="en-US" u="sng" dirty="0"/>
              <a:t> </a:t>
            </a:r>
            <a:r>
              <a:rPr lang="en-US" dirty="0"/>
              <a:t>of a computer system</a:t>
            </a:r>
          </a:p>
          <a:p>
            <a:r>
              <a:rPr lang="en-US" dirty="0"/>
              <a:t>How: Timing, Power Analysis, Cache…</a:t>
            </a:r>
          </a:p>
          <a:p>
            <a:r>
              <a:rPr lang="en-US" dirty="0"/>
              <a:t>Why: Cannot simply patch a side channel like a software bug. It is intrinsic to the hardware</a:t>
            </a:r>
          </a:p>
          <a:p>
            <a:endParaRPr lang="en-US" dirty="0"/>
          </a:p>
        </p:txBody>
      </p:sp>
      <p:pic>
        <p:nvPicPr>
          <p:cNvPr id="1026" name="Picture 2" descr="Mitigating Side-Channel Attacks in Post Quantum Cryptography (PQC) with  Secure-IC Solutions | Secure-IC">
            <a:extLst>
              <a:ext uri="{FF2B5EF4-FFF2-40B4-BE49-F238E27FC236}">
                <a16:creationId xmlns:a16="http://schemas.microsoft.com/office/drawing/2014/main" id="{0AA7E3C8-488C-5029-E245-3E5C691C54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2003" y="256846"/>
            <a:ext cx="5966244" cy="337667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eltdown and Spectre">
            <a:extLst>
              <a:ext uri="{FF2B5EF4-FFF2-40B4-BE49-F238E27FC236}">
                <a16:creationId xmlns:a16="http://schemas.microsoft.com/office/drawing/2014/main" id="{BD250A38-0EC9-7A8E-86D4-F6EF3BD9983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36343" y="3849719"/>
            <a:ext cx="3171904" cy="2517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185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6C8B0660-C090-A393-2600-F1C7439B7ECF}"/>
              </a:ext>
            </a:extLst>
          </p:cNvPr>
          <p:cNvSpPr/>
          <p:nvPr/>
        </p:nvSpPr>
        <p:spPr>
          <a:xfrm>
            <a:off x="957878" y="552674"/>
            <a:ext cx="7315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4000" dirty="0">
                <a:latin typeface="+mj-lt"/>
                <a:ea typeface="+mj-ea"/>
                <a:cs typeface="+mj-cs"/>
              </a:rPr>
              <a:t>Prime + Probe</a:t>
            </a:r>
          </a:p>
        </p:txBody>
      </p:sp>
      <p:sp>
        <p:nvSpPr>
          <p:cNvPr id="12" name="Shape 2">
            <a:extLst>
              <a:ext uri="{FF2B5EF4-FFF2-40B4-BE49-F238E27FC236}">
                <a16:creationId xmlns:a16="http://schemas.microsoft.com/office/drawing/2014/main" id="{CFDBB18F-387E-3A28-F7BA-80AE65B751D0}"/>
              </a:ext>
            </a:extLst>
          </p:cNvPr>
          <p:cNvSpPr/>
          <p:nvPr/>
        </p:nvSpPr>
        <p:spPr>
          <a:xfrm>
            <a:off x="779033" y="1956753"/>
            <a:ext cx="548640" cy="548640"/>
          </a:xfrm>
          <a:prstGeom prst="ellipse">
            <a:avLst/>
          </a:prstGeom>
          <a:solidFill>
            <a:srgbClr val="DA3633"/>
          </a:solidFill>
          <a:ln/>
        </p:spPr>
        <p:txBody>
          <a:bodyPr/>
          <a:lstStyle/>
          <a:p>
            <a:endParaRPr lang="he-IL">
              <a:latin typeface="+mj-lt"/>
            </a:endParaRPr>
          </a:p>
        </p:txBody>
      </p:sp>
      <p:sp>
        <p:nvSpPr>
          <p:cNvPr id="13" name="Text 3">
            <a:extLst>
              <a:ext uri="{FF2B5EF4-FFF2-40B4-BE49-F238E27FC236}">
                <a16:creationId xmlns:a16="http://schemas.microsoft.com/office/drawing/2014/main" id="{FD024F0F-2E47-0439-DC24-A4F3719201F7}"/>
              </a:ext>
            </a:extLst>
          </p:cNvPr>
          <p:cNvSpPr/>
          <p:nvPr/>
        </p:nvSpPr>
        <p:spPr>
          <a:xfrm>
            <a:off x="779033" y="1956753"/>
            <a:ext cx="5486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dirty="0">
                <a:solidFill>
                  <a:srgbClr val="F0F6FC"/>
                </a:solidFill>
                <a:latin typeface="+mj-lt"/>
                <a:ea typeface="Arial Black" pitchFamily="34" charset="-122"/>
                <a:cs typeface="Arial Black" pitchFamily="34" charset="-120"/>
              </a:rPr>
              <a:t>1</a:t>
            </a:r>
            <a:endParaRPr lang="en-US" sz="2200" dirty="0">
              <a:latin typeface="+mj-lt"/>
            </a:endParaRPr>
          </a:p>
        </p:txBody>
      </p:sp>
      <p:sp>
        <p:nvSpPr>
          <p:cNvPr id="14" name="Shape 4">
            <a:extLst>
              <a:ext uri="{FF2B5EF4-FFF2-40B4-BE49-F238E27FC236}">
                <a16:creationId xmlns:a16="http://schemas.microsoft.com/office/drawing/2014/main" id="{85F3069F-15D1-90E7-5139-F99A603E087B}"/>
              </a:ext>
            </a:extLst>
          </p:cNvPr>
          <p:cNvSpPr/>
          <p:nvPr/>
        </p:nvSpPr>
        <p:spPr>
          <a:xfrm>
            <a:off x="2849879" y="1760220"/>
            <a:ext cx="7542007" cy="972222"/>
          </a:xfrm>
          <a:prstGeom prst="rect">
            <a:avLst/>
          </a:prstGeom>
          <a:solidFill>
            <a:schemeClr val="bg1">
              <a:lumMod val="95000"/>
            </a:schemeClr>
          </a:solidFill>
          <a:ln/>
          <a:effectLst>
            <a:outerShdw blurRad="101600" dist="38100" dir="8100000" algn="bl" rotWithShape="0">
              <a:srgbClr val="000000">
                <a:alpha val="40000"/>
              </a:srgbClr>
            </a:outerShdw>
          </a:effectLst>
        </p:spPr>
        <p:txBody>
          <a:bodyPr/>
          <a:lstStyle/>
          <a:p>
            <a:endParaRPr lang="he-IL" dirty="0">
              <a:latin typeface="+mj-lt"/>
            </a:endParaRPr>
          </a:p>
        </p:txBody>
      </p:sp>
      <p:sp>
        <p:nvSpPr>
          <p:cNvPr id="15" name="Text 5">
            <a:extLst>
              <a:ext uri="{FF2B5EF4-FFF2-40B4-BE49-F238E27FC236}">
                <a16:creationId xmlns:a16="http://schemas.microsoft.com/office/drawing/2014/main" id="{0908FC59-B960-D68A-AF20-BE8452F23E0E}"/>
              </a:ext>
            </a:extLst>
          </p:cNvPr>
          <p:cNvSpPr/>
          <p:nvPr/>
        </p:nvSpPr>
        <p:spPr>
          <a:xfrm>
            <a:off x="3032760" y="1833372"/>
            <a:ext cx="1828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dirty="0">
                <a:solidFill>
                  <a:srgbClr val="DA3633"/>
                </a:solidFill>
                <a:latin typeface="+mj-lt"/>
                <a:ea typeface="Arial Black" pitchFamily="34" charset="-122"/>
                <a:cs typeface="Arial Black" pitchFamily="34" charset="-120"/>
              </a:rPr>
              <a:t>PRIME</a:t>
            </a:r>
            <a:endParaRPr lang="en-US" sz="1600" dirty="0">
              <a:latin typeface="+mj-lt"/>
            </a:endParaRPr>
          </a:p>
        </p:txBody>
      </p:sp>
      <p:sp>
        <p:nvSpPr>
          <p:cNvPr id="16" name="Text 6">
            <a:extLst>
              <a:ext uri="{FF2B5EF4-FFF2-40B4-BE49-F238E27FC236}">
                <a16:creationId xmlns:a16="http://schemas.microsoft.com/office/drawing/2014/main" id="{FFACFC54-75B8-2142-4208-5D880DC54B0A}"/>
              </a:ext>
            </a:extLst>
          </p:cNvPr>
          <p:cNvSpPr/>
          <p:nvPr/>
        </p:nvSpPr>
        <p:spPr>
          <a:xfrm>
            <a:off x="3011244" y="2198057"/>
            <a:ext cx="7369885"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dirty="0">
                <a:solidFill>
                  <a:srgbClr val="8B949E"/>
                </a:solidFill>
                <a:latin typeface="+mj-lt"/>
                <a:ea typeface="Calibri" pitchFamily="34" charset="-122"/>
                <a:cs typeface="Calibri" pitchFamily="34" charset="-120"/>
              </a:rPr>
              <a:t>Attacker fills target cache set with own data, ensuring every line belongs to attacker.</a:t>
            </a:r>
            <a:endParaRPr lang="en-US" sz="2000" dirty="0">
              <a:latin typeface="+mj-lt"/>
            </a:endParaRPr>
          </a:p>
        </p:txBody>
      </p:sp>
      <p:sp>
        <p:nvSpPr>
          <p:cNvPr id="17" name="Shape 7">
            <a:extLst>
              <a:ext uri="{FF2B5EF4-FFF2-40B4-BE49-F238E27FC236}">
                <a16:creationId xmlns:a16="http://schemas.microsoft.com/office/drawing/2014/main" id="{068BF532-F67C-AC51-FD07-DFC84BB6F8CD}"/>
              </a:ext>
            </a:extLst>
          </p:cNvPr>
          <p:cNvSpPr/>
          <p:nvPr/>
        </p:nvSpPr>
        <p:spPr>
          <a:xfrm>
            <a:off x="779033" y="3395591"/>
            <a:ext cx="548640" cy="548640"/>
          </a:xfrm>
          <a:prstGeom prst="ellipse">
            <a:avLst/>
          </a:prstGeom>
          <a:solidFill>
            <a:srgbClr val="D29922"/>
          </a:solidFill>
          <a:ln/>
        </p:spPr>
        <p:txBody>
          <a:bodyPr/>
          <a:lstStyle/>
          <a:p>
            <a:endParaRPr lang="he-IL">
              <a:latin typeface="+mj-lt"/>
            </a:endParaRPr>
          </a:p>
        </p:txBody>
      </p:sp>
      <p:sp>
        <p:nvSpPr>
          <p:cNvPr id="18" name="Text 8">
            <a:extLst>
              <a:ext uri="{FF2B5EF4-FFF2-40B4-BE49-F238E27FC236}">
                <a16:creationId xmlns:a16="http://schemas.microsoft.com/office/drawing/2014/main" id="{1D114FC6-5F4E-D176-6548-C6B78D0A8A93}"/>
              </a:ext>
            </a:extLst>
          </p:cNvPr>
          <p:cNvSpPr/>
          <p:nvPr/>
        </p:nvSpPr>
        <p:spPr>
          <a:xfrm>
            <a:off x="779033" y="3395591"/>
            <a:ext cx="5486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dirty="0">
                <a:solidFill>
                  <a:srgbClr val="F0F6FC"/>
                </a:solidFill>
                <a:latin typeface="+mj-lt"/>
                <a:ea typeface="Arial Black" pitchFamily="34" charset="-122"/>
                <a:cs typeface="Arial Black" pitchFamily="34" charset="-120"/>
              </a:rPr>
              <a:t>2</a:t>
            </a:r>
            <a:endParaRPr lang="en-US" sz="2200" dirty="0">
              <a:latin typeface="+mj-lt"/>
            </a:endParaRPr>
          </a:p>
        </p:txBody>
      </p:sp>
      <p:sp>
        <p:nvSpPr>
          <p:cNvPr id="19" name="Shape 9">
            <a:extLst>
              <a:ext uri="{FF2B5EF4-FFF2-40B4-BE49-F238E27FC236}">
                <a16:creationId xmlns:a16="http://schemas.microsoft.com/office/drawing/2014/main" id="{9CDCBDA9-0C10-7A16-FD4C-39B0B4253679}"/>
              </a:ext>
            </a:extLst>
          </p:cNvPr>
          <p:cNvSpPr/>
          <p:nvPr/>
        </p:nvSpPr>
        <p:spPr>
          <a:xfrm>
            <a:off x="2849880" y="3199058"/>
            <a:ext cx="7542000" cy="972000"/>
          </a:xfrm>
          <a:prstGeom prst="rect">
            <a:avLst/>
          </a:prstGeom>
          <a:solidFill>
            <a:schemeClr val="bg1">
              <a:lumMod val="95000"/>
            </a:schemeClr>
          </a:solidFill>
          <a:ln/>
          <a:effectLst>
            <a:outerShdw blurRad="101600" dist="38100" dir="8100000" algn="bl" rotWithShape="0">
              <a:srgbClr val="000000">
                <a:alpha val="40000"/>
              </a:srgbClr>
            </a:outerShdw>
          </a:effectLst>
        </p:spPr>
        <p:txBody>
          <a:bodyPr/>
          <a:lstStyle/>
          <a:p>
            <a:endParaRPr lang="he-IL">
              <a:latin typeface="+mj-lt"/>
            </a:endParaRPr>
          </a:p>
        </p:txBody>
      </p:sp>
      <p:sp>
        <p:nvSpPr>
          <p:cNvPr id="20" name="Text 10">
            <a:extLst>
              <a:ext uri="{FF2B5EF4-FFF2-40B4-BE49-F238E27FC236}">
                <a16:creationId xmlns:a16="http://schemas.microsoft.com/office/drawing/2014/main" id="{FB78BE9E-9E49-0B55-6DA8-AF781B2381EF}"/>
              </a:ext>
            </a:extLst>
          </p:cNvPr>
          <p:cNvSpPr/>
          <p:nvPr/>
        </p:nvSpPr>
        <p:spPr>
          <a:xfrm>
            <a:off x="3032760" y="3272210"/>
            <a:ext cx="1828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dirty="0">
                <a:solidFill>
                  <a:srgbClr val="D29922"/>
                </a:solidFill>
                <a:latin typeface="+mj-lt"/>
                <a:ea typeface="Arial Black" pitchFamily="34" charset="-122"/>
                <a:cs typeface="Arial Black" pitchFamily="34" charset="-120"/>
              </a:rPr>
              <a:t>WAIT</a:t>
            </a:r>
            <a:endParaRPr lang="en-US" sz="1600" dirty="0">
              <a:latin typeface="+mj-lt"/>
            </a:endParaRPr>
          </a:p>
        </p:txBody>
      </p:sp>
      <p:sp>
        <p:nvSpPr>
          <p:cNvPr id="21" name="Text 11">
            <a:extLst>
              <a:ext uri="{FF2B5EF4-FFF2-40B4-BE49-F238E27FC236}">
                <a16:creationId xmlns:a16="http://schemas.microsoft.com/office/drawing/2014/main" id="{FAEE3F3F-DDDA-4108-29DA-C10AB7C28391}"/>
              </a:ext>
            </a:extLst>
          </p:cNvPr>
          <p:cNvSpPr/>
          <p:nvPr/>
        </p:nvSpPr>
        <p:spPr>
          <a:xfrm>
            <a:off x="3032759" y="3636896"/>
            <a:ext cx="7359127"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dirty="0">
                <a:solidFill>
                  <a:srgbClr val="8B949E"/>
                </a:solidFill>
                <a:latin typeface="+mj-lt"/>
                <a:ea typeface="Calibri" pitchFamily="34" charset="-122"/>
                <a:cs typeface="Calibri" pitchFamily="34" charset="-120"/>
              </a:rPr>
              <a:t>Victim executes (speculatively or not). If victim accesses an address mapping to that cache set, it evicts one of the attacker's lines.</a:t>
            </a:r>
          </a:p>
        </p:txBody>
      </p:sp>
      <p:sp>
        <p:nvSpPr>
          <p:cNvPr id="22" name="Shape 12">
            <a:extLst>
              <a:ext uri="{FF2B5EF4-FFF2-40B4-BE49-F238E27FC236}">
                <a16:creationId xmlns:a16="http://schemas.microsoft.com/office/drawing/2014/main" id="{6738D434-CC41-15EE-B6F6-F98B7703F0AD}"/>
              </a:ext>
            </a:extLst>
          </p:cNvPr>
          <p:cNvSpPr/>
          <p:nvPr/>
        </p:nvSpPr>
        <p:spPr>
          <a:xfrm>
            <a:off x="779033" y="4791401"/>
            <a:ext cx="548640" cy="548640"/>
          </a:xfrm>
          <a:prstGeom prst="ellipse">
            <a:avLst/>
          </a:prstGeom>
          <a:solidFill>
            <a:srgbClr val="3FB950"/>
          </a:solidFill>
          <a:ln/>
        </p:spPr>
        <p:txBody>
          <a:bodyPr/>
          <a:lstStyle/>
          <a:p>
            <a:endParaRPr lang="he-IL">
              <a:latin typeface="+mj-lt"/>
            </a:endParaRPr>
          </a:p>
        </p:txBody>
      </p:sp>
      <p:sp>
        <p:nvSpPr>
          <p:cNvPr id="23" name="Text 13">
            <a:extLst>
              <a:ext uri="{FF2B5EF4-FFF2-40B4-BE49-F238E27FC236}">
                <a16:creationId xmlns:a16="http://schemas.microsoft.com/office/drawing/2014/main" id="{867A94F1-80FF-85D6-3B03-FE37EAAF7FF0}"/>
              </a:ext>
            </a:extLst>
          </p:cNvPr>
          <p:cNvSpPr/>
          <p:nvPr/>
        </p:nvSpPr>
        <p:spPr>
          <a:xfrm>
            <a:off x="779033" y="4791401"/>
            <a:ext cx="5486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dirty="0">
                <a:solidFill>
                  <a:srgbClr val="F0F6FC"/>
                </a:solidFill>
                <a:latin typeface="+mj-lt"/>
                <a:ea typeface="Arial Black" pitchFamily="34" charset="-122"/>
                <a:cs typeface="Arial Black" pitchFamily="34" charset="-120"/>
              </a:rPr>
              <a:t>3</a:t>
            </a:r>
            <a:endParaRPr lang="en-US" sz="2200" dirty="0">
              <a:latin typeface="+mj-lt"/>
            </a:endParaRPr>
          </a:p>
        </p:txBody>
      </p:sp>
      <p:sp>
        <p:nvSpPr>
          <p:cNvPr id="24" name="Shape 14">
            <a:extLst>
              <a:ext uri="{FF2B5EF4-FFF2-40B4-BE49-F238E27FC236}">
                <a16:creationId xmlns:a16="http://schemas.microsoft.com/office/drawing/2014/main" id="{47D75DB6-5F54-95B0-15E3-7794A832D215}"/>
              </a:ext>
            </a:extLst>
          </p:cNvPr>
          <p:cNvSpPr/>
          <p:nvPr/>
        </p:nvSpPr>
        <p:spPr>
          <a:xfrm>
            <a:off x="2849880" y="4637900"/>
            <a:ext cx="7542000" cy="972000"/>
          </a:xfrm>
          <a:prstGeom prst="rect">
            <a:avLst/>
          </a:prstGeom>
          <a:solidFill>
            <a:schemeClr val="bg1">
              <a:lumMod val="95000"/>
            </a:schemeClr>
          </a:solidFill>
          <a:ln/>
          <a:effectLst>
            <a:outerShdw blurRad="101600" dist="38100" dir="8100000" algn="bl" rotWithShape="0">
              <a:srgbClr val="000000">
                <a:alpha val="40000"/>
              </a:srgbClr>
            </a:outerShdw>
          </a:effectLst>
        </p:spPr>
        <p:txBody>
          <a:bodyPr/>
          <a:lstStyle/>
          <a:p>
            <a:endParaRPr lang="he-IL">
              <a:latin typeface="+mj-lt"/>
            </a:endParaRPr>
          </a:p>
        </p:txBody>
      </p:sp>
      <p:sp>
        <p:nvSpPr>
          <p:cNvPr id="25" name="Text 15">
            <a:extLst>
              <a:ext uri="{FF2B5EF4-FFF2-40B4-BE49-F238E27FC236}">
                <a16:creationId xmlns:a16="http://schemas.microsoft.com/office/drawing/2014/main" id="{523AD6E9-61B0-D455-4722-4B0BEEB3B5AF}"/>
              </a:ext>
            </a:extLst>
          </p:cNvPr>
          <p:cNvSpPr/>
          <p:nvPr/>
        </p:nvSpPr>
        <p:spPr>
          <a:xfrm>
            <a:off x="3032760" y="4657262"/>
            <a:ext cx="1828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dirty="0">
                <a:solidFill>
                  <a:srgbClr val="3FB950"/>
                </a:solidFill>
                <a:latin typeface="+mj-lt"/>
                <a:ea typeface="Arial Black" pitchFamily="34" charset="-122"/>
                <a:cs typeface="Arial Black" pitchFamily="34" charset="-120"/>
              </a:rPr>
              <a:t>PROBE</a:t>
            </a:r>
            <a:endParaRPr lang="en-US" sz="1600" dirty="0">
              <a:latin typeface="+mj-lt"/>
            </a:endParaRPr>
          </a:p>
        </p:txBody>
      </p:sp>
      <p:sp>
        <p:nvSpPr>
          <p:cNvPr id="26" name="Text 16">
            <a:extLst>
              <a:ext uri="{FF2B5EF4-FFF2-40B4-BE49-F238E27FC236}">
                <a16:creationId xmlns:a16="http://schemas.microsoft.com/office/drawing/2014/main" id="{8A6B6D08-0781-6514-3A94-2776A404C0E2}"/>
              </a:ext>
            </a:extLst>
          </p:cNvPr>
          <p:cNvSpPr/>
          <p:nvPr/>
        </p:nvSpPr>
        <p:spPr>
          <a:xfrm>
            <a:off x="3032760" y="5054222"/>
            <a:ext cx="7326854"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dirty="0">
                <a:solidFill>
                  <a:srgbClr val="8B949E"/>
                </a:solidFill>
                <a:latin typeface="+mj-lt"/>
                <a:ea typeface="Calibri" pitchFamily="34" charset="-122"/>
                <a:cs typeface="Calibri" pitchFamily="34" charset="-120"/>
              </a:rPr>
              <a:t>Attacker re-accesses its own data. A cache miss (slow access) reveals the victim touched that cache set, leaking address information.</a:t>
            </a:r>
          </a:p>
        </p:txBody>
      </p:sp>
    </p:spTree>
    <p:extLst>
      <p:ext uri="{BB962C8B-B14F-4D97-AF65-F5344CB8AC3E}">
        <p14:creationId xmlns:p14="http://schemas.microsoft.com/office/powerpoint/2010/main" val="2948121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37DCE-9400-5678-C4DA-050386C6537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E265A93-7924-A15C-C86C-9BED70E3D1D6}"/>
              </a:ext>
            </a:extLst>
          </p:cNvPr>
          <p:cNvSpPr/>
          <p:nvPr/>
        </p:nvSpPr>
        <p:spPr>
          <a:xfrm>
            <a:off x="957878" y="552674"/>
            <a:ext cx="7315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err="1">
                <a:latin typeface="+mj-lt"/>
                <a:ea typeface="+mj-ea"/>
                <a:cs typeface="+mj-cs"/>
              </a:rPr>
              <a:t>Spectre</a:t>
            </a:r>
            <a:r>
              <a:rPr lang="en-US" sz="4000" dirty="0">
                <a:latin typeface="+mj-lt"/>
                <a:ea typeface="+mj-ea"/>
                <a:cs typeface="+mj-cs"/>
              </a:rPr>
              <a:t>: Cache Side Channel </a:t>
            </a:r>
          </a:p>
        </p:txBody>
      </p:sp>
      <p:sp>
        <p:nvSpPr>
          <p:cNvPr id="2" name="Text 2">
            <a:extLst>
              <a:ext uri="{FF2B5EF4-FFF2-40B4-BE49-F238E27FC236}">
                <a16:creationId xmlns:a16="http://schemas.microsoft.com/office/drawing/2014/main" id="{D54975D5-C27F-B948-D4A0-42DA00EFB9B8}"/>
              </a:ext>
            </a:extLst>
          </p:cNvPr>
          <p:cNvSpPr/>
          <p:nvPr/>
        </p:nvSpPr>
        <p:spPr>
          <a:xfrm>
            <a:off x="792480" y="1643231"/>
            <a:ext cx="36576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dirty="0">
                <a:latin typeface="Arial Black" pitchFamily="34" charset="0"/>
                <a:ea typeface="Arial Black" pitchFamily="34" charset="-122"/>
                <a:cs typeface="Arial Black" pitchFamily="34" charset="-120"/>
              </a:rPr>
              <a:t>L1 Cache Sets</a:t>
            </a:r>
            <a:endParaRPr lang="en-US" sz="2000" dirty="0"/>
          </a:p>
        </p:txBody>
      </p:sp>
      <p:sp>
        <p:nvSpPr>
          <p:cNvPr id="4" name="Shape 3">
            <a:extLst>
              <a:ext uri="{FF2B5EF4-FFF2-40B4-BE49-F238E27FC236}">
                <a16:creationId xmlns:a16="http://schemas.microsoft.com/office/drawing/2014/main" id="{BFE76F42-0CFC-C898-7314-2F88741EF6B8}"/>
              </a:ext>
            </a:extLst>
          </p:cNvPr>
          <p:cNvSpPr/>
          <p:nvPr/>
        </p:nvSpPr>
        <p:spPr>
          <a:xfrm>
            <a:off x="808616" y="2423159"/>
            <a:ext cx="4236720" cy="615875"/>
          </a:xfrm>
          <a:prstGeom prst="rect">
            <a:avLst/>
          </a:prstGeom>
          <a:solidFill>
            <a:schemeClr val="accent4">
              <a:lumMod val="20000"/>
              <a:lumOff val="80000"/>
            </a:schemeClr>
          </a:solidFill>
          <a:ln w="19050">
            <a:solidFill>
              <a:srgbClr val="DA3633"/>
            </a:solidFill>
            <a:prstDash val="solid"/>
          </a:ln>
        </p:spPr>
        <p:txBody>
          <a:bodyPr/>
          <a:lstStyle/>
          <a:p>
            <a:endParaRPr lang="he-IL" sz="2800" b="1"/>
          </a:p>
        </p:txBody>
      </p:sp>
      <p:sp>
        <p:nvSpPr>
          <p:cNvPr id="5" name="Text 4">
            <a:extLst>
              <a:ext uri="{FF2B5EF4-FFF2-40B4-BE49-F238E27FC236}">
                <a16:creationId xmlns:a16="http://schemas.microsoft.com/office/drawing/2014/main" id="{066526E6-DA0F-2EDA-B34A-16F80FBFC2CB}"/>
              </a:ext>
            </a:extLst>
          </p:cNvPr>
          <p:cNvSpPr/>
          <p:nvPr/>
        </p:nvSpPr>
        <p:spPr>
          <a:xfrm>
            <a:off x="991495" y="2423159"/>
            <a:ext cx="3833223" cy="615875"/>
          </a:xfrm>
          <a:prstGeom prst="rect">
            <a:avLst/>
          </a:prstGeom>
          <a:solidFill>
            <a:schemeClr val="accent4">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DA3633"/>
                </a:solidFill>
                <a:latin typeface="Consolas" pitchFamily="34" charset="0"/>
                <a:ea typeface="Consolas" pitchFamily="34" charset="-122"/>
                <a:cs typeface="Consolas" pitchFamily="34" charset="-120"/>
              </a:rPr>
              <a:t>Set 0:  Attacker</a:t>
            </a:r>
            <a:endParaRPr lang="en-US" b="1" dirty="0"/>
          </a:p>
        </p:txBody>
      </p:sp>
      <p:sp>
        <p:nvSpPr>
          <p:cNvPr id="6" name="Shape 5">
            <a:extLst>
              <a:ext uri="{FF2B5EF4-FFF2-40B4-BE49-F238E27FC236}">
                <a16:creationId xmlns:a16="http://schemas.microsoft.com/office/drawing/2014/main" id="{6FAFDF1D-64D8-C236-261F-D7EF6EE06BD1}"/>
              </a:ext>
            </a:extLst>
          </p:cNvPr>
          <p:cNvSpPr/>
          <p:nvPr/>
        </p:nvSpPr>
        <p:spPr>
          <a:xfrm>
            <a:off x="808616" y="3138545"/>
            <a:ext cx="4236720" cy="615875"/>
          </a:xfrm>
          <a:prstGeom prst="rect">
            <a:avLst/>
          </a:prstGeom>
          <a:solidFill>
            <a:schemeClr val="accent4">
              <a:lumMod val="20000"/>
              <a:lumOff val="80000"/>
            </a:schemeClr>
          </a:solidFill>
          <a:ln w="19050">
            <a:solidFill>
              <a:srgbClr val="DA3633"/>
            </a:solidFill>
            <a:prstDash val="solid"/>
          </a:ln>
        </p:spPr>
        <p:txBody>
          <a:bodyPr/>
          <a:lstStyle/>
          <a:p>
            <a:endParaRPr lang="he-IL" sz="2800" b="1"/>
          </a:p>
        </p:txBody>
      </p:sp>
      <p:sp>
        <p:nvSpPr>
          <p:cNvPr id="7" name="Text 6">
            <a:extLst>
              <a:ext uri="{FF2B5EF4-FFF2-40B4-BE49-F238E27FC236}">
                <a16:creationId xmlns:a16="http://schemas.microsoft.com/office/drawing/2014/main" id="{928C26E4-9496-A8DA-180C-4CD1364F0667}"/>
              </a:ext>
            </a:extLst>
          </p:cNvPr>
          <p:cNvSpPr/>
          <p:nvPr/>
        </p:nvSpPr>
        <p:spPr>
          <a:xfrm>
            <a:off x="991495" y="3138545"/>
            <a:ext cx="3833223" cy="615875"/>
          </a:xfrm>
          <a:prstGeom prst="rect">
            <a:avLst/>
          </a:prstGeom>
          <a:solidFill>
            <a:schemeClr val="accent4">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DA3633"/>
                </a:solidFill>
                <a:latin typeface="Consolas" pitchFamily="34" charset="0"/>
                <a:ea typeface="Consolas" pitchFamily="34" charset="-122"/>
                <a:cs typeface="Consolas" pitchFamily="34" charset="-120"/>
              </a:rPr>
              <a:t>Set 1:  Attacker</a:t>
            </a:r>
            <a:endParaRPr lang="en-US" b="1" dirty="0"/>
          </a:p>
        </p:txBody>
      </p:sp>
      <p:sp>
        <p:nvSpPr>
          <p:cNvPr id="8" name="Shape 7">
            <a:extLst>
              <a:ext uri="{FF2B5EF4-FFF2-40B4-BE49-F238E27FC236}">
                <a16:creationId xmlns:a16="http://schemas.microsoft.com/office/drawing/2014/main" id="{CDFD89B6-B0E3-4DF2-4F07-822000911A79}"/>
              </a:ext>
            </a:extLst>
          </p:cNvPr>
          <p:cNvSpPr/>
          <p:nvPr/>
        </p:nvSpPr>
        <p:spPr>
          <a:xfrm>
            <a:off x="808616" y="3853931"/>
            <a:ext cx="4236720" cy="615875"/>
          </a:xfrm>
          <a:prstGeom prst="rect">
            <a:avLst/>
          </a:prstGeom>
          <a:solidFill>
            <a:schemeClr val="accent4">
              <a:lumMod val="20000"/>
              <a:lumOff val="80000"/>
            </a:schemeClr>
          </a:solidFill>
          <a:ln w="19050">
            <a:solidFill>
              <a:srgbClr val="3FB950"/>
            </a:solidFill>
            <a:prstDash val="solid"/>
          </a:ln>
        </p:spPr>
        <p:txBody>
          <a:bodyPr/>
          <a:lstStyle/>
          <a:p>
            <a:endParaRPr lang="he-IL" sz="2800" b="1"/>
          </a:p>
        </p:txBody>
      </p:sp>
      <p:sp>
        <p:nvSpPr>
          <p:cNvPr id="9" name="Text 8">
            <a:extLst>
              <a:ext uri="{FF2B5EF4-FFF2-40B4-BE49-F238E27FC236}">
                <a16:creationId xmlns:a16="http://schemas.microsoft.com/office/drawing/2014/main" id="{7E7B22A9-74FF-36C3-1BF1-6A991386E66D}"/>
              </a:ext>
            </a:extLst>
          </p:cNvPr>
          <p:cNvSpPr/>
          <p:nvPr/>
        </p:nvSpPr>
        <p:spPr>
          <a:xfrm>
            <a:off x="991495" y="3853931"/>
            <a:ext cx="3833223" cy="615875"/>
          </a:xfrm>
          <a:prstGeom prst="rect">
            <a:avLst/>
          </a:prstGeom>
          <a:solidFill>
            <a:schemeClr val="accent4">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3FB950"/>
                </a:solidFill>
                <a:latin typeface="Consolas" pitchFamily="34" charset="0"/>
                <a:ea typeface="Consolas" pitchFamily="34" charset="-122"/>
                <a:cs typeface="Consolas" pitchFamily="34" charset="-120"/>
              </a:rPr>
              <a:t>Set 2:  Victim (evicted)</a:t>
            </a:r>
            <a:endParaRPr lang="en-US" b="1" dirty="0"/>
          </a:p>
        </p:txBody>
      </p:sp>
      <p:sp>
        <p:nvSpPr>
          <p:cNvPr id="10" name="Shape 9">
            <a:extLst>
              <a:ext uri="{FF2B5EF4-FFF2-40B4-BE49-F238E27FC236}">
                <a16:creationId xmlns:a16="http://schemas.microsoft.com/office/drawing/2014/main" id="{D8CAED08-26C6-BF17-F3AC-318F1480C8B5}"/>
              </a:ext>
            </a:extLst>
          </p:cNvPr>
          <p:cNvSpPr/>
          <p:nvPr/>
        </p:nvSpPr>
        <p:spPr>
          <a:xfrm>
            <a:off x="808616" y="4569317"/>
            <a:ext cx="4236720" cy="615875"/>
          </a:xfrm>
          <a:prstGeom prst="rect">
            <a:avLst/>
          </a:prstGeom>
          <a:solidFill>
            <a:schemeClr val="accent4">
              <a:lumMod val="20000"/>
              <a:lumOff val="80000"/>
            </a:schemeClr>
          </a:solidFill>
          <a:ln w="19050">
            <a:solidFill>
              <a:srgbClr val="DA3633"/>
            </a:solidFill>
            <a:prstDash val="solid"/>
          </a:ln>
        </p:spPr>
        <p:txBody>
          <a:bodyPr/>
          <a:lstStyle/>
          <a:p>
            <a:endParaRPr lang="he-IL" sz="2800" b="1"/>
          </a:p>
        </p:txBody>
      </p:sp>
      <p:sp>
        <p:nvSpPr>
          <p:cNvPr id="11" name="Text 10">
            <a:extLst>
              <a:ext uri="{FF2B5EF4-FFF2-40B4-BE49-F238E27FC236}">
                <a16:creationId xmlns:a16="http://schemas.microsoft.com/office/drawing/2014/main" id="{17BA5977-0C6D-F33C-577A-FE8F5A8414C8}"/>
              </a:ext>
            </a:extLst>
          </p:cNvPr>
          <p:cNvSpPr/>
          <p:nvPr/>
        </p:nvSpPr>
        <p:spPr>
          <a:xfrm>
            <a:off x="991495" y="4569317"/>
            <a:ext cx="3833223" cy="615875"/>
          </a:xfrm>
          <a:prstGeom prst="rect">
            <a:avLst/>
          </a:prstGeom>
          <a:solidFill>
            <a:schemeClr val="accent4">
              <a:lumMod val="20000"/>
              <a:lumOff val="8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DA3633"/>
                </a:solidFill>
                <a:latin typeface="Consolas" pitchFamily="34" charset="0"/>
                <a:ea typeface="Consolas" pitchFamily="34" charset="-122"/>
                <a:cs typeface="Consolas" pitchFamily="34" charset="-120"/>
              </a:rPr>
              <a:t>Set 3:  Attacker</a:t>
            </a:r>
            <a:endParaRPr lang="en-US" b="1" dirty="0"/>
          </a:p>
        </p:txBody>
      </p:sp>
      <p:sp>
        <p:nvSpPr>
          <p:cNvPr id="27" name="Shape 11">
            <a:extLst>
              <a:ext uri="{FF2B5EF4-FFF2-40B4-BE49-F238E27FC236}">
                <a16:creationId xmlns:a16="http://schemas.microsoft.com/office/drawing/2014/main" id="{BA753C3B-9C55-B435-014C-419E16143111}"/>
              </a:ext>
            </a:extLst>
          </p:cNvPr>
          <p:cNvSpPr/>
          <p:nvPr/>
        </p:nvSpPr>
        <p:spPr>
          <a:xfrm>
            <a:off x="5988049" y="1990165"/>
            <a:ext cx="5834605" cy="3765176"/>
          </a:xfrm>
          <a:prstGeom prst="rect">
            <a:avLst/>
          </a:prstGeom>
          <a:solidFill>
            <a:schemeClr val="bg1">
              <a:lumMod val="95000"/>
            </a:schemeClr>
          </a:solidFill>
          <a:ln/>
          <a:effectLst>
            <a:outerShdw blurRad="101600" dist="38100" dir="8100000" algn="bl" rotWithShape="0">
              <a:srgbClr val="000000">
                <a:alpha val="40000"/>
              </a:srgbClr>
            </a:outerShdw>
          </a:effectLst>
        </p:spPr>
        <p:txBody>
          <a:bodyPr/>
          <a:lstStyle/>
          <a:p>
            <a:endParaRPr lang="he-IL"/>
          </a:p>
        </p:txBody>
      </p:sp>
      <p:sp>
        <p:nvSpPr>
          <p:cNvPr id="28" name="Text 12">
            <a:extLst>
              <a:ext uri="{FF2B5EF4-FFF2-40B4-BE49-F238E27FC236}">
                <a16:creationId xmlns:a16="http://schemas.microsoft.com/office/drawing/2014/main" id="{4F87CB95-0F03-687D-9F5D-A5971A738B82}"/>
              </a:ext>
            </a:extLst>
          </p:cNvPr>
          <p:cNvSpPr/>
          <p:nvPr/>
        </p:nvSpPr>
        <p:spPr>
          <a:xfrm>
            <a:off x="6170930" y="2081605"/>
            <a:ext cx="4453354" cy="43030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dirty="0">
                <a:solidFill>
                  <a:srgbClr val="58A6FF"/>
                </a:solidFill>
                <a:latin typeface="Arial Black" pitchFamily="34" charset="0"/>
                <a:ea typeface="Arial Black" pitchFamily="34" charset="-122"/>
                <a:cs typeface="Arial Black" pitchFamily="34" charset="-120"/>
              </a:rPr>
              <a:t>Why Prime+Probe Works</a:t>
            </a:r>
            <a:endParaRPr lang="en-US" sz="2400" dirty="0"/>
          </a:p>
        </p:txBody>
      </p:sp>
      <p:sp>
        <p:nvSpPr>
          <p:cNvPr id="29" name="Text 13">
            <a:extLst>
              <a:ext uri="{FF2B5EF4-FFF2-40B4-BE49-F238E27FC236}">
                <a16:creationId xmlns:a16="http://schemas.microsoft.com/office/drawing/2014/main" id="{CAC63C45-7B02-8668-A4C2-EADF070D1667}"/>
              </a:ext>
            </a:extLst>
          </p:cNvPr>
          <p:cNvSpPr/>
          <p:nvPr/>
        </p:nvSpPr>
        <p:spPr>
          <a:xfrm>
            <a:off x="6170930" y="2538804"/>
            <a:ext cx="5533390" cy="313047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dirty="0">
                <a:solidFill>
                  <a:srgbClr val="8B949E"/>
                </a:solidFill>
                <a:latin typeface="Calibri" pitchFamily="34" charset="0"/>
                <a:ea typeface="Calibri" pitchFamily="34" charset="-122"/>
                <a:cs typeface="Calibri" pitchFamily="34" charset="-120"/>
              </a:rPr>
              <a:t>Cache is indexed by physical address bits</a:t>
            </a:r>
          </a:p>
          <a:p>
            <a:pPr marL="0" indent="0">
              <a:buNone/>
            </a:pPr>
            <a:endParaRPr lang="en-US" sz="2000" dirty="0"/>
          </a:p>
          <a:p>
            <a:pPr marL="0" indent="0">
              <a:buNone/>
            </a:pPr>
            <a:r>
              <a:rPr lang="en-US" sz="2000" dirty="0">
                <a:solidFill>
                  <a:srgbClr val="8B949E"/>
                </a:solidFill>
                <a:latin typeface="Calibri" pitchFamily="34" charset="0"/>
                <a:ea typeface="Calibri" pitchFamily="34" charset="-122"/>
                <a:cs typeface="Calibri" pitchFamily="34" charset="-120"/>
              </a:rPr>
              <a:t>Attacker controls which sets it fills (PRIME)</a:t>
            </a:r>
          </a:p>
          <a:p>
            <a:pPr marL="0" indent="0">
              <a:buNone/>
            </a:pPr>
            <a:endParaRPr lang="en-US" sz="2000" dirty="0">
              <a:solidFill>
                <a:srgbClr val="8B949E"/>
              </a:solidFill>
              <a:latin typeface="Calibri" pitchFamily="34" charset="0"/>
              <a:ea typeface="Calibri" pitchFamily="34" charset="-122"/>
              <a:cs typeface="Calibri" pitchFamily="34" charset="-120"/>
            </a:endParaRPr>
          </a:p>
          <a:p>
            <a:pPr marL="0" indent="0">
              <a:buNone/>
            </a:pPr>
            <a:r>
              <a:rPr lang="en-US" sz="2000" dirty="0">
                <a:solidFill>
                  <a:srgbClr val="8B949E"/>
                </a:solidFill>
                <a:latin typeface="Calibri" pitchFamily="34" charset="0"/>
                <a:ea typeface="Calibri" pitchFamily="34" charset="-122"/>
                <a:cs typeface="Calibri" pitchFamily="34" charset="-120"/>
              </a:rPr>
              <a:t>Victim's speculative access evicts attacker data </a:t>
            </a:r>
          </a:p>
          <a:p>
            <a:pPr marL="0" indent="0">
              <a:buNone/>
            </a:pPr>
            <a:endParaRPr lang="en-US" sz="2000" dirty="0">
              <a:solidFill>
                <a:srgbClr val="8B949E"/>
              </a:solidFill>
              <a:latin typeface="Calibri" pitchFamily="34" charset="0"/>
              <a:ea typeface="Calibri" pitchFamily="34" charset="-122"/>
              <a:cs typeface="Calibri" pitchFamily="34" charset="-120"/>
            </a:endParaRPr>
          </a:p>
          <a:p>
            <a:pPr marL="0" indent="0">
              <a:buNone/>
            </a:pPr>
            <a:r>
              <a:rPr lang="en-US" sz="2000" dirty="0">
                <a:solidFill>
                  <a:srgbClr val="8B949E"/>
                </a:solidFill>
                <a:latin typeface="Calibri" pitchFamily="34" charset="0"/>
                <a:ea typeface="Calibri" pitchFamily="34" charset="-122"/>
                <a:cs typeface="Calibri" pitchFamily="34" charset="-120"/>
              </a:rPr>
              <a:t>Timing the PROBE step reveals which set was evicted </a:t>
            </a:r>
          </a:p>
          <a:p>
            <a:pPr marL="0" indent="0">
              <a:buNone/>
            </a:pPr>
            <a:endParaRPr lang="en-US" sz="2000" dirty="0">
              <a:solidFill>
                <a:srgbClr val="8B949E"/>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341768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F38FE-525A-8B4E-1B83-38E7214B2DB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D31F2C2-D7EA-0900-8EFE-A851B15CC809}"/>
              </a:ext>
            </a:extLst>
          </p:cNvPr>
          <p:cNvSpPr/>
          <p:nvPr/>
        </p:nvSpPr>
        <p:spPr>
          <a:xfrm>
            <a:off x="957878" y="552674"/>
            <a:ext cx="7315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err="1">
                <a:latin typeface="+mj-lt"/>
                <a:ea typeface="+mj-ea"/>
                <a:cs typeface="+mj-cs"/>
              </a:rPr>
              <a:t>Spectre</a:t>
            </a:r>
            <a:r>
              <a:rPr lang="en-US" sz="4000" dirty="0">
                <a:latin typeface="+mj-lt"/>
                <a:ea typeface="+mj-ea"/>
                <a:cs typeface="+mj-cs"/>
              </a:rPr>
              <a:t>: Cache Side Channel </a:t>
            </a:r>
          </a:p>
        </p:txBody>
      </p:sp>
      <p:pic>
        <p:nvPicPr>
          <p:cNvPr id="12" name="Picture 4" descr="Working of the two most used attack techniques: Prime+Probe and... |  Download Scientific Diagram">
            <a:extLst>
              <a:ext uri="{FF2B5EF4-FFF2-40B4-BE49-F238E27FC236}">
                <a16:creationId xmlns:a16="http://schemas.microsoft.com/office/drawing/2014/main" id="{4A4DC6F2-083D-1933-56D8-1E8EC86AA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139"/>
          <a:stretch/>
        </p:blipFill>
        <p:spPr bwMode="auto">
          <a:xfrm>
            <a:off x="3054778" y="1694525"/>
            <a:ext cx="5372699" cy="4305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756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D1300-3DCD-8264-1330-A404262DADF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73F8793-FE3E-DF7A-03B8-7AC02A091122}"/>
              </a:ext>
            </a:extLst>
          </p:cNvPr>
          <p:cNvSpPr/>
          <p:nvPr/>
        </p:nvSpPr>
        <p:spPr>
          <a:xfrm>
            <a:off x="957878" y="552674"/>
            <a:ext cx="7315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latin typeface="+mj-lt"/>
                <a:ea typeface="+mj-ea"/>
                <a:cs typeface="+mj-cs"/>
              </a:rPr>
              <a:t>Flush + Reload</a:t>
            </a:r>
          </a:p>
        </p:txBody>
      </p:sp>
      <p:sp>
        <p:nvSpPr>
          <p:cNvPr id="12" name="Shape 2">
            <a:extLst>
              <a:ext uri="{FF2B5EF4-FFF2-40B4-BE49-F238E27FC236}">
                <a16:creationId xmlns:a16="http://schemas.microsoft.com/office/drawing/2014/main" id="{50BD01D6-1B80-B192-3F38-68D2CDD9C976}"/>
              </a:ext>
            </a:extLst>
          </p:cNvPr>
          <p:cNvSpPr/>
          <p:nvPr/>
        </p:nvSpPr>
        <p:spPr>
          <a:xfrm>
            <a:off x="779033" y="1956753"/>
            <a:ext cx="548640" cy="548640"/>
          </a:xfrm>
          <a:prstGeom prst="ellipse">
            <a:avLst/>
          </a:prstGeom>
          <a:solidFill>
            <a:srgbClr val="DA3633"/>
          </a:solidFill>
          <a:ln/>
        </p:spPr>
        <p:txBody>
          <a:bodyPr/>
          <a:lstStyle/>
          <a:p>
            <a:endParaRPr lang="he-IL">
              <a:latin typeface="+mj-lt"/>
            </a:endParaRPr>
          </a:p>
        </p:txBody>
      </p:sp>
      <p:sp>
        <p:nvSpPr>
          <p:cNvPr id="13" name="Text 3">
            <a:extLst>
              <a:ext uri="{FF2B5EF4-FFF2-40B4-BE49-F238E27FC236}">
                <a16:creationId xmlns:a16="http://schemas.microsoft.com/office/drawing/2014/main" id="{2FD70BF1-957D-E0A9-ABF3-6BF45E464113}"/>
              </a:ext>
            </a:extLst>
          </p:cNvPr>
          <p:cNvSpPr/>
          <p:nvPr/>
        </p:nvSpPr>
        <p:spPr>
          <a:xfrm>
            <a:off x="779033" y="1956753"/>
            <a:ext cx="5486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dirty="0">
                <a:solidFill>
                  <a:srgbClr val="F0F6FC"/>
                </a:solidFill>
                <a:latin typeface="+mj-lt"/>
                <a:ea typeface="Arial Black" pitchFamily="34" charset="-122"/>
                <a:cs typeface="Arial Black" pitchFamily="34" charset="-120"/>
              </a:rPr>
              <a:t>1</a:t>
            </a:r>
            <a:endParaRPr lang="en-US" sz="2200" dirty="0">
              <a:latin typeface="+mj-lt"/>
            </a:endParaRPr>
          </a:p>
        </p:txBody>
      </p:sp>
      <p:sp>
        <p:nvSpPr>
          <p:cNvPr id="14" name="Shape 4">
            <a:extLst>
              <a:ext uri="{FF2B5EF4-FFF2-40B4-BE49-F238E27FC236}">
                <a16:creationId xmlns:a16="http://schemas.microsoft.com/office/drawing/2014/main" id="{C9F88C78-03CB-3141-C7E9-2A6AFAE333A0}"/>
              </a:ext>
            </a:extLst>
          </p:cNvPr>
          <p:cNvSpPr/>
          <p:nvPr/>
        </p:nvSpPr>
        <p:spPr>
          <a:xfrm>
            <a:off x="2634722" y="1760220"/>
            <a:ext cx="8391869" cy="972222"/>
          </a:xfrm>
          <a:prstGeom prst="rect">
            <a:avLst/>
          </a:prstGeom>
          <a:solidFill>
            <a:schemeClr val="bg1">
              <a:lumMod val="95000"/>
            </a:schemeClr>
          </a:solidFill>
          <a:ln/>
          <a:effectLst>
            <a:outerShdw blurRad="101600" dist="38100" dir="8100000" algn="bl" rotWithShape="0">
              <a:srgbClr val="000000">
                <a:alpha val="40000"/>
              </a:srgbClr>
            </a:outerShdw>
          </a:effectLst>
        </p:spPr>
        <p:txBody>
          <a:bodyPr/>
          <a:lstStyle/>
          <a:p>
            <a:endParaRPr lang="he-IL" dirty="0">
              <a:latin typeface="+mj-lt"/>
            </a:endParaRPr>
          </a:p>
        </p:txBody>
      </p:sp>
      <p:sp>
        <p:nvSpPr>
          <p:cNvPr id="15" name="Text 5">
            <a:extLst>
              <a:ext uri="{FF2B5EF4-FFF2-40B4-BE49-F238E27FC236}">
                <a16:creationId xmlns:a16="http://schemas.microsoft.com/office/drawing/2014/main" id="{EA6B96DB-6CD2-9700-F690-5F6434754D17}"/>
              </a:ext>
            </a:extLst>
          </p:cNvPr>
          <p:cNvSpPr/>
          <p:nvPr/>
        </p:nvSpPr>
        <p:spPr>
          <a:xfrm>
            <a:off x="2677754" y="1833372"/>
            <a:ext cx="1828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58A6FF"/>
                </a:solidFill>
                <a:latin typeface="Arial Black" pitchFamily="34" charset="0"/>
                <a:ea typeface="Arial Black" pitchFamily="34" charset="-122"/>
                <a:cs typeface="Arial Black" pitchFamily="34" charset="-120"/>
              </a:rPr>
              <a:t>FLUSH</a:t>
            </a:r>
            <a:endParaRPr lang="en-US" sz="1600" dirty="0">
              <a:latin typeface="+mj-lt"/>
            </a:endParaRPr>
          </a:p>
        </p:txBody>
      </p:sp>
      <p:sp>
        <p:nvSpPr>
          <p:cNvPr id="16" name="Text 6">
            <a:extLst>
              <a:ext uri="{FF2B5EF4-FFF2-40B4-BE49-F238E27FC236}">
                <a16:creationId xmlns:a16="http://schemas.microsoft.com/office/drawing/2014/main" id="{0C28C573-A5C8-1512-6DB6-29195843D6C6}"/>
              </a:ext>
            </a:extLst>
          </p:cNvPr>
          <p:cNvSpPr/>
          <p:nvPr/>
        </p:nvSpPr>
        <p:spPr>
          <a:xfrm>
            <a:off x="2666997" y="2198057"/>
            <a:ext cx="7369885"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8B949E"/>
                </a:solidFill>
                <a:latin typeface="Calibri" pitchFamily="34" charset="0"/>
                <a:ea typeface="Calibri" pitchFamily="34" charset="-122"/>
                <a:cs typeface="Calibri" pitchFamily="34" charset="-120"/>
              </a:rPr>
              <a:t>Attacker uses CLFLUSH to evict the cache</a:t>
            </a:r>
            <a:endParaRPr lang="en-US" sz="2000" dirty="0"/>
          </a:p>
        </p:txBody>
      </p:sp>
      <p:sp>
        <p:nvSpPr>
          <p:cNvPr id="17" name="Shape 7">
            <a:extLst>
              <a:ext uri="{FF2B5EF4-FFF2-40B4-BE49-F238E27FC236}">
                <a16:creationId xmlns:a16="http://schemas.microsoft.com/office/drawing/2014/main" id="{DC901D1C-1DE8-BA0E-12BF-7E19D2B31849}"/>
              </a:ext>
            </a:extLst>
          </p:cNvPr>
          <p:cNvSpPr/>
          <p:nvPr/>
        </p:nvSpPr>
        <p:spPr>
          <a:xfrm>
            <a:off x="779033" y="3395591"/>
            <a:ext cx="548640" cy="548640"/>
          </a:xfrm>
          <a:prstGeom prst="ellipse">
            <a:avLst/>
          </a:prstGeom>
          <a:solidFill>
            <a:srgbClr val="D29922"/>
          </a:solidFill>
          <a:ln/>
        </p:spPr>
        <p:txBody>
          <a:bodyPr/>
          <a:lstStyle/>
          <a:p>
            <a:endParaRPr lang="he-IL">
              <a:latin typeface="+mj-lt"/>
            </a:endParaRPr>
          </a:p>
        </p:txBody>
      </p:sp>
      <p:sp>
        <p:nvSpPr>
          <p:cNvPr id="18" name="Text 8">
            <a:extLst>
              <a:ext uri="{FF2B5EF4-FFF2-40B4-BE49-F238E27FC236}">
                <a16:creationId xmlns:a16="http://schemas.microsoft.com/office/drawing/2014/main" id="{7C0E9337-E933-960B-D39A-2F136C345AEE}"/>
              </a:ext>
            </a:extLst>
          </p:cNvPr>
          <p:cNvSpPr/>
          <p:nvPr/>
        </p:nvSpPr>
        <p:spPr>
          <a:xfrm>
            <a:off x="779033" y="3395591"/>
            <a:ext cx="5486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dirty="0">
                <a:solidFill>
                  <a:srgbClr val="F0F6FC"/>
                </a:solidFill>
                <a:latin typeface="+mj-lt"/>
                <a:ea typeface="Arial Black" pitchFamily="34" charset="-122"/>
                <a:cs typeface="Arial Black" pitchFamily="34" charset="-120"/>
              </a:rPr>
              <a:t>2</a:t>
            </a:r>
            <a:endParaRPr lang="en-US" sz="2200" dirty="0">
              <a:latin typeface="+mj-lt"/>
            </a:endParaRPr>
          </a:p>
        </p:txBody>
      </p:sp>
      <p:sp>
        <p:nvSpPr>
          <p:cNvPr id="19" name="Shape 9">
            <a:extLst>
              <a:ext uri="{FF2B5EF4-FFF2-40B4-BE49-F238E27FC236}">
                <a16:creationId xmlns:a16="http://schemas.microsoft.com/office/drawing/2014/main" id="{C1BD57C5-E6BB-CA42-B802-6F1DA6A47D02}"/>
              </a:ext>
            </a:extLst>
          </p:cNvPr>
          <p:cNvSpPr/>
          <p:nvPr/>
        </p:nvSpPr>
        <p:spPr>
          <a:xfrm>
            <a:off x="2634722" y="3199058"/>
            <a:ext cx="8391861" cy="972000"/>
          </a:xfrm>
          <a:prstGeom prst="rect">
            <a:avLst/>
          </a:prstGeom>
          <a:solidFill>
            <a:schemeClr val="bg1">
              <a:lumMod val="95000"/>
            </a:schemeClr>
          </a:solidFill>
          <a:ln/>
          <a:effectLst>
            <a:outerShdw blurRad="101600" dist="38100" dir="8100000" algn="bl" rotWithShape="0">
              <a:srgbClr val="000000">
                <a:alpha val="40000"/>
              </a:srgbClr>
            </a:outerShdw>
          </a:effectLst>
        </p:spPr>
        <p:txBody>
          <a:bodyPr/>
          <a:lstStyle/>
          <a:p>
            <a:endParaRPr lang="he-IL">
              <a:latin typeface="+mj-lt"/>
            </a:endParaRPr>
          </a:p>
        </p:txBody>
      </p:sp>
      <p:sp>
        <p:nvSpPr>
          <p:cNvPr id="20" name="Text 10">
            <a:extLst>
              <a:ext uri="{FF2B5EF4-FFF2-40B4-BE49-F238E27FC236}">
                <a16:creationId xmlns:a16="http://schemas.microsoft.com/office/drawing/2014/main" id="{24381571-21A9-C236-2837-CEFB7F8B4B99}"/>
              </a:ext>
            </a:extLst>
          </p:cNvPr>
          <p:cNvSpPr/>
          <p:nvPr/>
        </p:nvSpPr>
        <p:spPr>
          <a:xfrm>
            <a:off x="2667001" y="3272210"/>
            <a:ext cx="2873188"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D29922"/>
                </a:solidFill>
                <a:latin typeface="Arial Black" pitchFamily="34" charset="0"/>
                <a:ea typeface="Arial Black" pitchFamily="34" charset="-122"/>
                <a:cs typeface="Arial Black" pitchFamily="34" charset="-120"/>
              </a:rPr>
              <a:t>SPECULATE</a:t>
            </a:r>
            <a:endParaRPr lang="en-US" sz="1600" dirty="0">
              <a:latin typeface="+mj-lt"/>
            </a:endParaRPr>
          </a:p>
        </p:txBody>
      </p:sp>
      <p:sp>
        <p:nvSpPr>
          <p:cNvPr id="21" name="Text 11">
            <a:extLst>
              <a:ext uri="{FF2B5EF4-FFF2-40B4-BE49-F238E27FC236}">
                <a16:creationId xmlns:a16="http://schemas.microsoft.com/office/drawing/2014/main" id="{1C3765AD-6AAE-D76F-2772-0A017AA0878A}"/>
              </a:ext>
            </a:extLst>
          </p:cNvPr>
          <p:cNvSpPr/>
          <p:nvPr/>
        </p:nvSpPr>
        <p:spPr>
          <a:xfrm>
            <a:off x="2721686" y="3636896"/>
            <a:ext cx="8218842"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8B949E"/>
                </a:solidFill>
                <a:latin typeface="Calibri" pitchFamily="34" charset="0"/>
                <a:ea typeface="Calibri" pitchFamily="34" charset="-122"/>
                <a:cs typeface="Calibri" pitchFamily="34" charset="-120"/>
              </a:rPr>
              <a:t>A load reads a kernel byte (secret) and accesses </a:t>
            </a:r>
            <a:r>
              <a:rPr lang="en-US" sz="2000" dirty="0" err="1">
                <a:solidFill>
                  <a:srgbClr val="8B949E"/>
                </a:solidFill>
                <a:latin typeface="Calibri" pitchFamily="34" charset="0"/>
                <a:ea typeface="Calibri" pitchFamily="34" charset="-122"/>
                <a:cs typeface="Calibri" pitchFamily="34" charset="-120"/>
              </a:rPr>
              <a:t>probe_array</a:t>
            </a:r>
            <a:r>
              <a:rPr lang="en-US" sz="2000" dirty="0">
                <a:solidFill>
                  <a:srgbClr val="8B949E"/>
                </a:solidFill>
                <a:latin typeface="Calibri" pitchFamily="34" charset="0"/>
                <a:ea typeface="Calibri" pitchFamily="34" charset="-122"/>
                <a:cs typeface="Calibri" pitchFamily="34" charset="-120"/>
              </a:rPr>
              <a:t>[secret × 4096]. The CPU faults, but the load completes </a:t>
            </a:r>
            <a:r>
              <a:rPr lang="en-US" sz="2000">
                <a:solidFill>
                  <a:srgbClr val="8B949E"/>
                </a:solidFill>
                <a:latin typeface="Calibri" pitchFamily="34" charset="0"/>
                <a:ea typeface="Calibri" pitchFamily="34" charset="-122"/>
                <a:cs typeface="Calibri" pitchFamily="34" charset="-120"/>
              </a:rPr>
              <a:t>speculatively.</a:t>
            </a:r>
            <a:endParaRPr lang="en-US" sz="2000" dirty="0"/>
          </a:p>
        </p:txBody>
      </p:sp>
      <p:sp>
        <p:nvSpPr>
          <p:cNvPr id="22" name="Shape 12">
            <a:extLst>
              <a:ext uri="{FF2B5EF4-FFF2-40B4-BE49-F238E27FC236}">
                <a16:creationId xmlns:a16="http://schemas.microsoft.com/office/drawing/2014/main" id="{FC2651A0-9F1C-D60F-FA4C-967DBDC773B2}"/>
              </a:ext>
            </a:extLst>
          </p:cNvPr>
          <p:cNvSpPr/>
          <p:nvPr/>
        </p:nvSpPr>
        <p:spPr>
          <a:xfrm>
            <a:off x="779033" y="4791401"/>
            <a:ext cx="548640" cy="548640"/>
          </a:xfrm>
          <a:prstGeom prst="ellipse">
            <a:avLst/>
          </a:prstGeom>
          <a:solidFill>
            <a:srgbClr val="3FB950"/>
          </a:solidFill>
          <a:ln/>
        </p:spPr>
        <p:txBody>
          <a:bodyPr/>
          <a:lstStyle/>
          <a:p>
            <a:endParaRPr lang="he-IL">
              <a:latin typeface="+mj-lt"/>
            </a:endParaRPr>
          </a:p>
        </p:txBody>
      </p:sp>
      <p:sp>
        <p:nvSpPr>
          <p:cNvPr id="23" name="Text 13">
            <a:extLst>
              <a:ext uri="{FF2B5EF4-FFF2-40B4-BE49-F238E27FC236}">
                <a16:creationId xmlns:a16="http://schemas.microsoft.com/office/drawing/2014/main" id="{67ED4A24-7E9E-AD95-FCB0-ACEC5957A08B}"/>
              </a:ext>
            </a:extLst>
          </p:cNvPr>
          <p:cNvSpPr/>
          <p:nvPr/>
        </p:nvSpPr>
        <p:spPr>
          <a:xfrm>
            <a:off x="779033" y="4791401"/>
            <a:ext cx="5486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dirty="0">
                <a:solidFill>
                  <a:srgbClr val="F0F6FC"/>
                </a:solidFill>
                <a:latin typeface="+mj-lt"/>
                <a:ea typeface="Arial Black" pitchFamily="34" charset="-122"/>
                <a:cs typeface="Arial Black" pitchFamily="34" charset="-120"/>
              </a:rPr>
              <a:t>3</a:t>
            </a:r>
            <a:endParaRPr lang="en-US" sz="2200" dirty="0">
              <a:latin typeface="+mj-lt"/>
            </a:endParaRPr>
          </a:p>
        </p:txBody>
      </p:sp>
      <p:sp>
        <p:nvSpPr>
          <p:cNvPr id="24" name="Shape 14">
            <a:extLst>
              <a:ext uri="{FF2B5EF4-FFF2-40B4-BE49-F238E27FC236}">
                <a16:creationId xmlns:a16="http://schemas.microsoft.com/office/drawing/2014/main" id="{881B6467-CB16-3689-1596-7950BDB8B57E}"/>
              </a:ext>
            </a:extLst>
          </p:cNvPr>
          <p:cNvSpPr/>
          <p:nvPr/>
        </p:nvSpPr>
        <p:spPr>
          <a:xfrm>
            <a:off x="2634722" y="4637900"/>
            <a:ext cx="8391861" cy="972000"/>
          </a:xfrm>
          <a:prstGeom prst="rect">
            <a:avLst/>
          </a:prstGeom>
          <a:solidFill>
            <a:schemeClr val="bg1">
              <a:lumMod val="95000"/>
            </a:schemeClr>
          </a:solidFill>
          <a:ln/>
          <a:effectLst>
            <a:outerShdw blurRad="101600" dist="38100" dir="8100000" algn="bl" rotWithShape="0">
              <a:srgbClr val="000000">
                <a:alpha val="40000"/>
              </a:srgbClr>
            </a:outerShdw>
          </a:effectLst>
        </p:spPr>
        <p:txBody>
          <a:bodyPr/>
          <a:lstStyle/>
          <a:p>
            <a:endParaRPr lang="he-IL">
              <a:latin typeface="+mj-lt"/>
            </a:endParaRPr>
          </a:p>
        </p:txBody>
      </p:sp>
      <p:sp>
        <p:nvSpPr>
          <p:cNvPr id="25" name="Text 15">
            <a:extLst>
              <a:ext uri="{FF2B5EF4-FFF2-40B4-BE49-F238E27FC236}">
                <a16:creationId xmlns:a16="http://schemas.microsoft.com/office/drawing/2014/main" id="{4A5BAC8E-D5F6-5468-738A-E5939E38DA0C}"/>
              </a:ext>
            </a:extLst>
          </p:cNvPr>
          <p:cNvSpPr/>
          <p:nvPr/>
        </p:nvSpPr>
        <p:spPr>
          <a:xfrm>
            <a:off x="2688510" y="4657262"/>
            <a:ext cx="3507889"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3FB950"/>
                </a:solidFill>
                <a:latin typeface="Arial Black" pitchFamily="34" charset="0"/>
                <a:ea typeface="Arial Black" pitchFamily="34" charset="-122"/>
                <a:cs typeface="Arial Black" pitchFamily="34" charset="-120"/>
              </a:rPr>
              <a:t>RELOAD</a:t>
            </a:r>
            <a:endParaRPr lang="en-US" sz="1600" dirty="0">
              <a:latin typeface="+mj-lt"/>
            </a:endParaRPr>
          </a:p>
        </p:txBody>
      </p:sp>
      <p:sp>
        <p:nvSpPr>
          <p:cNvPr id="26" name="Text 16">
            <a:extLst>
              <a:ext uri="{FF2B5EF4-FFF2-40B4-BE49-F238E27FC236}">
                <a16:creationId xmlns:a16="http://schemas.microsoft.com/office/drawing/2014/main" id="{3B5F6215-2D6B-8CC1-B999-58E19CA4D9CC}"/>
              </a:ext>
            </a:extLst>
          </p:cNvPr>
          <p:cNvSpPr/>
          <p:nvPr/>
        </p:nvSpPr>
        <p:spPr>
          <a:xfrm>
            <a:off x="2689411" y="5054222"/>
            <a:ext cx="8197327"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8B949E"/>
                </a:solidFill>
                <a:latin typeface="Calibri" pitchFamily="34" charset="0"/>
                <a:ea typeface="Calibri" pitchFamily="34" charset="-122"/>
                <a:cs typeface="Calibri" pitchFamily="34" charset="-120"/>
              </a:rPr>
              <a:t>Attacker times access to each of the 256 probe array pages. The one page that loads fast (cache hit) reveals the value of the secret byte.</a:t>
            </a:r>
            <a:endParaRPr lang="en-US" sz="2000" dirty="0"/>
          </a:p>
        </p:txBody>
      </p:sp>
    </p:spTree>
    <p:extLst>
      <p:ext uri="{BB962C8B-B14F-4D97-AF65-F5344CB8AC3E}">
        <p14:creationId xmlns:p14="http://schemas.microsoft.com/office/powerpoint/2010/main" val="4247168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D11A6-3DC0-E992-6A56-3C22ABF7B5F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CADBD86-E33C-929D-D0A7-CF8050DD7A66}"/>
              </a:ext>
            </a:extLst>
          </p:cNvPr>
          <p:cNvSpPr/>
          <p:nvPr/>
        </p:nvSpPr>
        <p:spPr>
          <a:xfrm>
            <a:off x="957878" y="552674"/>
            <a:ext cx="7315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latin typeface="+mj-lt"/>
                <a:ea typeface="+mj-ea"/>
                <a:cs typeface="+mj-cs"/>
              </a:rPr>
              <a:t>Meltdown: Execution Window </a:t>
            </a:r>
          </a:p>
        </p:txBody>
      </p:sp>
      <p:sp>
        <p:nvSpPr>
          <p:cNvPr id="12" name="Shape 2">
            <a:extLst>
              <a:ext uri="{FF2B5EF4-FFF2-40B4-BE49-F238E27FC236}">
                <a16:creationId xmlns:a16="http://schemas.microsoft.com/office/drawing/2014/main" id="{DB6DE70B-DFE3-3F78-5076-40003F9B7013}"/>
              </a:ext>
            </a:extLst>
          </p:cNvPr>
          <p:cNvSpPr/>
          <p:nvPr/>
        </p:nvSpPr>
        <p:spPr>
          <a:xfrm>
            <a:off x="262665" y="1809973"/>
            <a:ext cx="5438887" cy="4375673"/>
          </a:xfrm>
          <a:prstGeom prst="rect">
            <a:avLst/>
          </a:prstGeom>
          <a:solidFill>
            <a:schemeClr val="bg1">
              <a:lumMod val="95000"/>
            </a:schemeClr>
          </a:solidFill>
          <a:ln/>
          <a:effectLst>
            <a:outerShdw blurRad="101600" dist="38100" dir="8100000" algn="bl" rotWithShape="0">
              <a:srgbClr val="000000">
                <a:alpha val="40000"/>
              </a:srgbClr>
            </a:outerShdw>
          </a:effectLst>
        </p:spPr>
        <p:txBody>
          <a:bodyPr/>
          <a:lstStyle/>
          <a:p>
            <a:r>
              <a:rPr lang="en-US" sz="2400" dirty="0">
                <a:solidFill>
                  <a:srgbClr val="58A6FF"/>
                </a:solidFill>
                <a:latin typeface="Arial Black" pitchFamily="34" charset="0"/>
                <a:ea typeface="Arial Black" pitchFamily="34" charset="-122"/>
                <a:cs typeface="Arial Black" pitchFamily="34" charset="-120"/>
              </a:rPr>
              <a:t>Transient Code Sequence</a:t>
            </a:r>
            <a:endParaRPr lang="en-US" sz="2400" dirty="0"/>
          </a:p>
        </p:txBody>
      </p:sp>
      <p:sp>
        <p:nvSpPr>
          <p:cNvPr id="14" name="TextBox 13">
            <a:extLst>
              <a:ext uri="{FF2B5EF4-FFF2-40B4-BE49-F238E27FC236}">
                <a16:creationId xmlns:a16="http://schemas.microsoft.com/office/drawing/2014/main" id="{5535B2C2-98A5-45A0-DF8C-70C51E3C7A5D}"/>
              </a:ext>
            </a:extLst>
          </p:cNvPr>
          <p:cNvSpPr txBox="1"/>
          <p:nvPr/>
        </p:nvSpPr>
        <p:spPr>
          <a:xfrm>
            <a:off x="432996" y="2261411"/>
            <a:ext cx="6094206" cy="3416320"/>
          </a:xfrm>
          <a:prstGeom prst="rect">
            <a:avLst/>
          </a:prstGeom>
          <a:noFill/>
        </p:spPr>
        <p:txBody>
          <a:bodyPr wrap="square">
            <a:spAutoFit/>
          </a:bodyPr>
          <a:lstStyle/>
          <a:p>
            <a:pPr marL="0" indent="0">
              <a:buNone/>
            </a:pPr>
            <a:r>
              <a:rPr lang="en-US" sz="1800" dirty="0" err="1">
                <a:solidFill>
                  <a:srgbClr val="8B949E"/>
                </a:solidFill>
                <a:latin typeface="Consolas" pitchFamily="34" charset="0"/>
                <a:ea typeface="Consolas" pitchFamily="34" charset="-122"/>
                <a:cs typeface="Consolas" pitchFamily="34" charset="-120"/>
              </a:rPr>
              <a:t>rcx</a:t>
            </a:r>
            <a:r>
              <a:rPr lang="en-US" sz="1800" dirty="0">
                <a:solidFill>
                  <a:srgbClr val="8B949E"/>
                </a:solidFill>
                <a:latin typeface="Consolas" pitchFamily="34" charset="0"/>
                <a:ea typeface="Consolas" pitchFamily="34" charset="-122"/>
                <a:cs typeface="Consolas" pitchFamily="34" charset="-120"/>
              </a:rPr>
              <a:t> = kernel address</a:t>
            </a:r>
            <a:endParaRPr lang="en-US" sz="1800" dirty="0"/>
          </a:p>
          <a:p>
            <a:pPr marL="0" indent="0">
              <a:buNone/>
            </a:pPr>
            <a:r>
              <a:rPr lang="en-US" sz="1800" dirty="0" err="1">
                <a:solidFill>
                  <a:srgbClr val="8B949E"/>
                </a:solidFill>
                <a:latin typeface="Consolas" pitchFamily="34" charset="0"/>
                <a:ea typeface="Consolas" pitchFamily="34" charset="-122"/>
                <a:cs typeface="Consolas" pitchFamily="34" charset="-120"/>
              </a:rPr>
              <a:t>rbx</a:t>
            </a:r>
            <a:r>
              <a:rPr lang="en-US" sz="1800" dirty="0">
                <a:solidFill>
                  <a:srgbClr val="8B949E"/>
                </a:solidFill>
                <a:latin typeface="Consolas" pitchFamily="34" charset="0"/>
                <a:ea typeface="Consolas" pitchFamily="34" charset="-122"/>
                <a:cs typeface="Consolas" pitchFamily="34" charset="-120"/>
              </a:rPr>
              <a:t> = probe array base</a:t>
            </a:r>
            <a:endParaRPr lang="en-US" sz="1800" dirty="0"/>
          </a:p>
          <a:p>
            <a:pPr marL="0" indent="0">
              <a:buNone/>
            </a:pPr>
            <a:endParaRPr lang="en-US" sz="1800" dirty="0"/>
          </a:p>
          <a:p>
            <a:pPr marL="0" indent="0">
              <a:buNone/>
            </a:pPr>
            <a:r>
              <a:rPr lang="en-US" sz="1800" dirty="0">
                <a:solidFill>
                  <a:srgbClr val="F85149"/>
                </a:solidFill>
                <a:latin typeface="Consolas" pitchFamily="34" charset="0"/>
                <a:ea typeface="Consolas" pitchFamily="34" charset="-122"/>
                <a:cs typeface="Consolas" pitchFamily="34" charset="-120"/>
              </a:rPr>
              <a:t>mov al, [</a:t>
            </a:r>
            <a:r>
              <a:rPr lang="en-US" sz="1800" dirty="0" err="1">
                <a:solidFill>
                  <a:srgbClr val="F85149"/>
                </a:solidFill>
                <a:latin typeface="Consolas" pitchFamily="34" charset="0"/>
                <a:ea typeface="Consolas" pitchFamily="34" charset="-122"/>
                <a:cs typeface="Consolas" pitchFamily="34" charset="-120"/>
              </a:rPr>
              <a:t>rcx</a:t>
            </a:r>
            <a:r>
              <a:rPr lang="en-US" sz="1800" dirty="0">
                <a:solidFill>
                  <a:srgbClr val="F85149"/>
                </a:solidFill>
                <a:latin typeface="Consolas" pitchFamily="34" charset="0"/>
                <a:ea typeface="Consolas" pitchFamily="34" charset="-122"/>
                <a:cs typeface="Consolas" pitchFamily="34" charset="-120"/>
              </a:rPr>
              <a:t>]</a:t>
            </a:r>
            <a:endParaRPr lang="en-US" sz="1800" dirty="0"/>
          </a:p>
          <a:p>
            <a:pPr marL="0" indent="0">
              <a:buNone/>
            </a:pPr>
            <a:r>
              <a:rPr lang="en-US" sz="1800" dirty="0">
                <a:solidFill>
                  <a:srgbClr val="8B949E"/>
                </a:solidFill>
                <a:latin typeface="Consolas" pitchFamily="34" charset="0"/>
                <a:ea typeface="Consolas" pitchFamily="34" charset="-122"/>
                <a:cs typeface="Consolas" pitchFamily="34" charset="-120"/>
              </a:rPr>
              <a:t>    ↑ faults, but executes</a:t>
            </a:r>
            <a:endParaRPr lang="en-US" sz="1800" dirty="0"/>
          </a:p>
          <a:p>
            <a:pPr marL="0" indent="0">
              <a:buNone/>
            </a:pPr>
            <a:r>
              <a:rPr lang="en-US" sz="1800" dirty="0">
                <a:solidFill>
                  <a:srgbClr val="8B949E"/>
                </a:solidFill>
                <a:latin typeface="Consolas" pitchFamily="34" charset="0"/>
                <a:ea typeface="Consolas" pitchFamily="34" charset="-122"/>
                <a:cs typeface="Consolas" pitchFamily="34" charset="-120"/>
              </a:rPr>
              <a:t>      speculatively first</a:t>
            </a:r>
            <a:endParaRPr lang="en-US" sz="1800" dirty="0"/>
          </a:p>
          <a:p>
            <a:pPr marL="0" indent="0">
              <a:buNone/>
            </a:pPr>
            <a:endParaRPr lang="en-US" sz="1800" dirty="0"/>
          </a:p>
          <a:p>
            <a:pPr marL="0" indent="0">
              <a:buNone/>
            </a:pPr>
            <a:r>
              <a:rPr lang="en-US" sz="1800" dirty="0" err="1">
                <a:solidFill>
                  <a:srgbClr val="3FB950"/>
                </a:solidFill>
                <a:latin typeface="Consolas" pitchFamily="34" charset="0"/>
                <a:ea typeface="Consolas" pitchFamily="34" charset="-122"/>
                <a:cs typeface="Consolas" pitchFamily="34" charset="-120"/>
              </a:rPr>
              <a:t>shl</a:t>
            </a:r>
            <a:r>
              <a:rPr lang="en-US" sz="1800" dirty="0">
                <a:solidFill>
                  <a:srgbClr val="3FB950"/>
                </a:solidFill>
                <a:latin typeface="Consolas" pitchFamily="34" charset="0"/>
                <a:ea typeface="Consolas" pitchFamily="34" charset="-122"/>
                <a:cs typeface="Consolas" pitchFamily="34" charset="-120"/>
              </a:rPr>
              <a:t> </a:t>
            </a:r>
            <a:r>
              <a:rPr lang="en-US" sz="1800" dirty="0" err="1">
                <a:solidFill>
                  <a:srgbClr val="3FB950"/>
                </a:solidFill>
                <a:latin typeface="Consolas" pitchFamily="34" charset="0"/>
                <a:ea typeface="Consolas" pitchFamily="34" charset="-122"/>
                <a:cs typeface="Consolas" pitchFamily="34" charset="-120"/>
              </a:rPr>
              <a:t>rax</a:t>
            </a:r>
            <a:r>
              <a:rPr lang="en-US" sz="1800" dirty="0">
                <a:solidFill>
                  <a:srgbClr val="3FB950"/>
                </a:solidFill>
                <a:latin typeface="Consolas" pitchFamily="34" charset="0"/>
                <a:ea typeface="Consolas" pitchFamily="34" charset="-122"/>
                <a:cs typeface="Consolas" pitchFamily="34" charset="-120"/>
              </a:rPr>
              <a:t>, 12</a:t>
            </a:r>
            <a:endParaRPr lang="en-US" sz="1800" dirty="0"/>
          </a:p>
          <a:p>
            <a:pPr marL="0" indent="0">
              <a:buNone/>
            </a:pPr>
            <a:r>
              <a:rPr lang="en-US" sz="1800" dirty="0">
                <a:solidFill>
                  <a:srgbClr val="8B949E"/>
                </a:solidFill>
                <a:latin typeface="Consolas" pitchFamily="34" charset="0"/>
                <a:ea typeface="Consolas" pitchFamily="34" charset="-122"/>
                <a:cs typeface="Consolas" pitchFamily="34" charset="-120"/>
              </a:rPr>
              <a:t>   secret × 4096</a:t>
            </a:r>
            <a:endParaRPr lang="en-US" sz="1800" dirty="0"/>
          </a:p>
          <a:p>
            <a:pPr marL="0" indent="0">
              <a:buNone/>
            </a:pPr>
            <a:endParaRPr lang="en-US" sz="1800" dirty="0"/>
          </a:p>
          <a:p>
            <a:pPr marL="0" indent="0">
              <a:buNone/>
            </a:pPr>
            <a:r>
              <a:rPr lang="en-US" sz="1800" dirty="0">
                <a:solidFill>
                  <a:srgbClr val="3FB950"/>
                </a:solidFill>
                <a:latin typeface="Consolas" pitchFamily="34" charset="0"/>
                <a:ea typeface="Consolas" pitchFamily="34" charset="-122"/>
                <a:cs typeface="Consolas" pitchFamily="34" charset="-120"/>
              </a:rPr>
              <a:t>mov </a:t>
            </a:r>
            <a:r>
              <a:rPr lang="en-US" sz="1800" dirty="0" err="1">
                <a:solidFill>
                  <a:srgbClr val="3FB950"/>
                </a:solidFill>
                <a:latin typeface="Consolas" pitchFamily="34" charset="0"/>
                <a:ea typeface="Consolas" pitchFamily="34" charset="-122"/>
                <a:cs typeface="Consolas" pitchFamily="34" charset="-120"/>
              </a:rPr>
              <a:t>rbx</a:t>
            </a:r>
            <a:r>
              <a:rPr lang="en-US" sz="1800" dirty="0">
                <a:solidFill>
                  <a:srgbClr val="3FB950"/>
                </a:solidFill>
                <a:latin typeface="Consolas" pitchFamily="34" charset="0"/>
                <a:ea typeface="Consolas" pitchFamily="34" charset="-122"/>
                <a:cs typeface="Consolas" pitchFamily="34" charset="-120"/>
              </a:rPr>
              <a:t>, [</a:t>
            </a:r>
            <a:r>
              <a:rPr lang="en-US" sz="1800" dirty="0" err="1">
                <a:solidFill>
                  <a:srgbClr val="3FB950"/>
                </a:solidFill>
                <a:latin typeface="Consolas" pitchFamily="34" charset="0"/>
                <a:ea typeface="Consolas" pitchFamily="34" charset="-122"/>
                <a:cs typeface="Consolas" pitchFamily="34" charset="-120"/>
              </a:rPr>
              <a:t>rbx</a:t>
            </a:r>
            <a:r>
              <a:rPr lang="en-US" sz="1800" dirty="0">
                <a:solidFill>
                  <a:srgbClr val="3FB950"/>
                </a:solidFill>
                <a:latin typeface="Consolas" pitchFamily="34" charset="0"/>
                <a:ea typeface="Consolas" pitchFamily="34" charset="-122"/>
                <a:cs typeface="Consolas" pitchFamily="34" charset="-120"/>
              </a:rPr>
              <a:t> + </a:t>
            </a:r>
            <a:r>
              <a:rPr lang="en-US" sz="1800" dirty="0" err="1">
                <a:solidFill>
                  <a:srgbClr val="3FB950"/>
                </a:solidFill>
                <a:latin typeface="Consolas" pitchFamily="34" charset="0"/>
                <a:ea typeface="Consolas" pitchFamily="34" charset="-122"/>
                <a:cs typeface="Consolas" pitchFamily="34" charset="-120"/>
              </a:rPr>
              <a:t>rax</a:t>
            </a:r>
            <a:r>
              <a:rPr lang="en-US" sz="1800" dirty="0">
                <a:solidFill>
                  <a:srgbClr val="3FB950"/>
                </a:solidFill>
                <a:latin typeface="Consolas" pitchFamily="34" charset="0"/>
                <a:ea typeface="Consolas" pitchFamily="34" charset="-122"/>
                <a:cs typeface="Consolas" pitchFamily="34" charset="-120"/>
              </a:rPr>
              <a:t>]</a:t>
            </a:r>
            <a:endParaRPr lang="en-US" sz="1800" dirty="0"/>
          </a:p>
          <a:p>
            <a:pPr marL="0" indent="0">
              <a:buNone/>
            </a:pPr>
            <a:r>
              <a:rPr lang="en-US" sz="1800" dirty="0">
                <a:solidFill>
                  <a:srgbClr val="8B949E"/>
                </a:solidFill>
                <a:latin typeface="Consolas" pitchFamily="34" charset="0"/>
                <a:ea typeface="Consolas" pitchFamily="34" charset="-122"/>
                <a:cs typeface="Consolas" pitchFamily="34" charset="-120"/>
              </a:rPr>
              <a:t>   cache </a:t>
            </a:r>
            <a:r>
              <a:rPr lang="en-US" sz="1800" dirty="0" err="1">
                <a:solidFill>
                  <a:srgbClr val="8B949E"/>
                </a:solidFill>
                <a:latin typeface="Consolas" pitchFamily="34" charset="0"/>
                <a:ea typeface="Consolas" pitchFamily="34" charset="-122"/>
                <a:cs typeface="Consolas" pitchFamily="34" charset="-120"/>
              </a:rPr>
              <a:t>probe_array</a:t>
            </a:r>
            <a:r>
              <a:rPr lang="en-US" sz="1800" dirty="0">
                <a:solidFill>
                  <a:srgbClr val="8B949E"/>
                </a:solidFill>
                <a:latin typeface="Consolas" pitchFamily="34" charset="0"/>
                <a:ea typeface="Consolas" pitchFamily="34" charset="-122"/>
                <a:cs typeface="Consolas" pitchFamily="34" charset="-120"/>
              </a:rPr>
              <a:t>[s]</a:t>
            </a:r>
            <a:endParaRPr lang="en-US" sz="1800" dirty="0"/>
          </a:p>
        </p:txBody>
      </p:sp>
      <p:sp>
        <p:nvSpPr>
          <p:cNvPr id="15" name="Shape 2">
            <a:extLst>
              <a:ext uri="{FF2B5EF4-FFF2-40B4-BE49-F238E27FC236}">
                <a16:creationId xmlns:a16="http://schemas.microsoft.com/office/drawing/2014/main" id="{F4485C73-6825-C29E-99D1-38AA14EE374E}"/>
              </a:ext>
            </a:extLst>
          </p:cNvPr>
          <p:cNvSpPr/>
          <p:nvPr/>
        </p:nvSpPr>
        <p:spPr>
          <a:xfrm>
            <a:off x="6159648" y="1779493"/>
            <a:ext cx="5438887" cy="4375673"/>
          </a:xfrm>
          <a:prstGeom prst="rect">
            <a:avLst/>
          </a:prstGeom>
          <a:solidFill>
            <a:schemeClr val="bg1">
              <a:lumMod val="95000"/>
            </a:schemeClr>
          </a:solidFill>
          <a:ln/>
          <a:effectLst>
            <a:outerShdw blurRad="101600" dist="38100" dir="8100000" algn="bl" rotWithShape="0">
              <a:srgbClr val="000000">
                <a:alpha val="40000"/>
              </a:srgbClr>
            </a:outerShdw>
          </a:effectLst>
        </p:spPr>
        <p:txBody>
          <a:bodyPr/>
          <a:lstStyle/>
          <a:p>
            <a:r>
              <a:rPr lang="en-US" sz="2400" dirty="0">
                <a:solidFill>
                  <a:srgbClr val="58A6FF"/>
                </a:solidFill>
                <a:latin typeface="Arial Black" pitchFamily="34" charset="0"/>
                <a:ea typeface="Arial Black" pitchFamily="34" charset="-122"/>
                <a:cs typeface="Arial Black" pitchFamily="34" charset="-120"/>
              </a:rPr>
              <a:t>What Happens</a:t>
            </a:r>
            <a:endParaRPr lang="en-US" sz="2400" dirty="0"/>
          </a:p>
        </p:txBody>
      </p:sp>
      <p:sp>
        <p:nvSpPr>
          <p:cNvPr id="19" name="TextBox 18">
            <a:extLst>
              <a:ext uri="{FF2B5EF4-FFF2-40B4-BE49-F238E27FC236}">
                <a16:creationId xmlns:a16="http://schemas.microsoft.com/office/drawing/2014/main" id="{E127C3B9-1245-3FD3-5A1D-2C5478D1DC6A}"/>
              </a:ext>
            </a:extLst>
          </p:cNvPr>
          <p:cNvSpPr txBox="1"/>
          <p:nvPr/>
        </p:nvSpPr>
        <p:spPr>
          <a:xfrm>
            <a:off x="6209852" y="2305792"/>
            <a:ext cx="5247042" cy="3693319"/>
          </a:xfrm>
          <a:prstGeom prst="rect">
            <a:avLst/>
          </a:prstGeom>
          <a:noFill/>
        </p:spPr>
        <p:txBody>
          <a:bodyPr wrap="square">
            <a:spAutoFit/>
          </a:bodyPr>
          <a:lstStyle/>
          <a:p>
            <a:pPr marL="0" indent="0">
              <a:buNone/>
            </a:pPr>
            <a:r>
              <a:rPr lang="en-US" sz="1800" dirty="0">
                <a:solidFill>
                  <a:srgbClr val="8B949E"/>
                </a:solidFill>
                <a:latin typeface="Calibri" pitchFamily="34" charset="0"/>
                <a:ea typeface="Calibri" pitchFamily="34" charset="-122"/>
                <a:cs typeface="Calibri" pitchFamily="34" charset="-120"/>
              </a:rPr>
              <a:t>1. CPU issues the kernel load out-of-order before checking permissions</a:t>
            </a:r>
            <a:endParaRPr lang="en-US" sz="1800" dirty="0"/>
          </a:p>
          <a:p>
            <a:pPr marL="0" indent="0">
              <a:buNone/>
            </a:pPr>
            <a:endParaRPr lang="en-US" sz="1800" dirty="0"/>
          </a:p>
          <a:p>
            <a:pPr marL="0" indent="0">
              <a:buNone/>
            </a:pPr>
            <a:r>
              <a:rPr lang="en-US" sz="1800" dirty="0">
                <a:solidFill>
                  <a:srgbClr val="8B949E"/>
                </a:solidFill>
                <a:latin typeface="Calibri" pitchFamily="34" charset="0"/>
                <a:ea typeface="Calibri" pitchFamily="34" charset="-122"/>
                <a:cs typeface="Calibri" pitchFamily="34" charset="-120"/>
              </a:rPr>
              <a:t>2. Secret byte flows into dependent instructions during the transient window</a:t>
            </a:r>
            <a:endParaRPr lang="en-US" sz="1800" dirty="0"/>
          </a:p>
          <a:p>
            <a:pPr marL="0" indent="0">
              <a:buNone/>
            </a:pPr>
            <a:endParaRPr lang="en-US" sz="1800" dirty="0"/>
          </a:p>
          <a:p>
            <a:pPr marL="0" indent="0">
              <a:buNone/>
            </a:pPr>
            <a:r>
              <a:rPr lang="en-US" sz="1800" dirty="0">
                <a:solidFill>
                  <a:srgbClr val="8B949E"/>
                </a:solidFill>
                <a:latin typeface="Calibri" pitchFamily="34" charset="0"/>
                <a:ea typeface="Calibri" pitchFamily="34" charset="-122"/>
                <a:cs typeface="Calibri" pitchFamily="34" charset="-120"/>
              </a:rPr>
              <a:t>3. Probe array page gets cached based on the secret value</a:t>
            </a:r>
            <a:endParaRPr lang="en-US" sz="1800" dirty="0"/>
          </a:p>
          <a:p>
            <a:pPr marL="0" indent="0">
              <a:buNone/>
            </a:pPr>
            <a:endParaRPr lang="en-US" sz="1800" dirty="0"/>
          </a:p>
          <a:p>
            <a:pPr marL="0" indent="0">
              <a:buNone/>
            </a:pPr>
            <a:r>
              <a:rPr lang="en-US" sz="1800" dirty="0">
                <a:solidFill>
                  <a:srgbClr val="8B949E"/>
                </a:solidFill>
                <a:latin typeface="Calibri" pitchFamily="34" charset="0"/>
                <a:ea typeface="Calibri" pitchFamily="34" charset="-122"/>
                <a:cs typeface="Calibri" pitchFamily="34" charset="-120"/>
              </a:rPr>
              <a:t>4. CPU detects the fault, rolls back architectural state, but the cache state persists</a:t>
            </a:r>
            <a:endParaRPr lang="en-US" sz="1800" dirty="0"/>
          </a:p>
          <a:p>
            <a:pPr marL="0" indent="0">
              <a:buNone/>
            </a:pPr>
            <a:endParaRPr lang="en-US" sz="1800" dirty="0"/>
          </a:p>
          <a:p>
            <a:pPr marL="0" indent="0">
              <a:buNone/>
            </a:pPr>
            <a:r>
              <a:rPr lang="en-US" sz="1800" dirty="0">
                <a:solidFill>
                  <a:srgbClr val="8B949E"/>
                </a:solidFill>
                <a:latin typeface="Calibri" pitchFamily="34" charset="0"/>
                <a:ea typeface="Calibri" pitchFamily="34" charset="-122"/>
                <a:cs typeface="Calibri" pitchFamily="34" charset="-120"/>
              </a:rPr>
              <a:t>5. Attacker catches the fault and runs the RELOAD step</a:t>
            </a:r>
            <a:endParaRPr lang="en-US" sz="1800" dirty="0"/>
          </a:p>
        </p:txBody>
      </p:sp>
    </p:spTree>
    <p:extLst>
      <p:ext uri="{BB962C8B-B14F-4D97-AF65-F5344CB8AC3E}">
        <p14:creationId xmlns:p14="http://schemas.microsoft.com/office/powerpoint/2010/main" val="3121223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5C3FA-2B1A-8CFA-24D6-308525ADA4E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10A5069-7AC3-5312-9002-B4A681384C16}"/>
              </a:ext>
            </a:extLst>
          </p:cNvPr>
          <p:cNvSpPr/>
          <p:nvPr/>
        </p:nvSpPr>
        <p:spPr>
          <a:xfrm>
            <a:off x="957878" y="552674"/>
            <a:ext cx="7315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t>Meltdown: Flush + Reload</a:t>
            </a:r>
            <a:endParaRPr lang="en-US" sz="4000" dirty="0">
              <a:latin typeface="+mj-lt"/>
              <a:ea typeface="+mj-ea"/>
              <a:cs typeface="+mj-cs"/>
            </a:endParaRPr>
          </a:p>
        </p:txBody>
      </p:sp>
      <p:pic>
        <p:nvPicPr>
          <p:cNvPr id="2" name="Picture 4" descr="Working of the two most used attack techniques: Prime+Probe and... |  Download Scientific Diagram">
            <a:extLst>
              <a:ext uri="{FF2B5EF4-FFF2-40B4-BE49-F238E27FC236}">
                <a16:creationId xmlns:a16="http://schemas.microsoft.com/office/drawing/2014/main" id="{9246B550-FC3C-AD5C-D1C6-8CEC0A7959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139"/>
          <a:stretch/>
        </p:blipFill>
        <p:spPr bwMode="auto">
          <a:xfrm>
            <a:off x="3517097" y="1898921"/>
            <a:ext cx="5372698" cy="4305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7304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A0C7-4B10-03D7-2211-750D1F9E5A8A}"/>
              </a:ext>
            </a:extLst>
          </p:cNvPr>
          <p:cNvSpPr>
            <a:spLocks noGrp="1"/>
          </p:cNvSpPr>
          <p:nvPr>
            <p:ph type="title"/>
          </p:nvPr>
        </p:nvSpPr>
        <p:spPr>
          <a:xfrm>
            <a:off x="277651" y="462317"/>
            <a:ext cx="5864352" cy="821370"/>
          </a:xfrm>
        </p:spPr>
        <p:txBody>
          <a:bodyPr>
            <a:normAutofit/>
          </a:bodyPr>
          <a:lstStyle/>
          <a:p>
            <a:r>
              <a:rPr lang="en-US" dirty="0"/>
              <a:t>SCA In a Nutshell</a:t>
            </a:r>
          </a:p>
        </p:txBody>
      </p:sp>
      <p:pic>
        <p:nvPicPr>
          <p:cNvPr id="8196" name="Picture 4" descr="Working of the two most used attack techniques: Prime+Probe and... |  Download Scientific Diagram">
            <a:extLst>
              <a:ext uri="{FF2B5EF4-FFF2-40B4-BE49-F238E27FC236}">
                <a16:creationId xmlns:a16="http://schemas.microsoft.com/office/drawing/2014/main" id="{990E92EC-6502-8B42-82D4-345FB14E78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139"/>
          <a:stretch/>
        </p:blipFill>
        <p:spPr bwMode="auto">
          <a:xfrm>
            <a:off x="429913" y="1619222"/>
            <a:ext cx="5372699" cy="430535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Working of the two most used attack techniques: Prime+Probe and... |  Download Scientific Diagram">
            <a:extLst>
              <a:ext uri="{FF2B5EF4-FFF2-40B4-BE49-F238E27FC236}">
                <a16:creationId xmlns:a16="http://schemas.microsoft.com/office/drawing/2014/main" id="{CC9868AB-9937-2245-AD9F-1619DDA354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139"/>
          <a:stretch/>
        </p:blipFill>
        <p:spPr bwMode="auto">
          <a:xfrm>
            <a:off x="6389389" y="1619222"/>
            <a:ext cx="5372698" cy="4305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665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DDD8-3394-6FB2-960C-451DEBD7F640}"/>
              </a:ext>
            </a:extLst>
          </p:cNvPr>
          <p:cNvSpPr>
            <a:spLocks noGrp="1"/>
          </p:cNvSpPr>
          <p:nvPr>
            <p:ph type="title"/>
          </p:nvPr>
        </p:nvSpPr>
        <p:spPr>
          <a:xfrm>
            <a:off x="4566285" y="410845"/>
            <a:ext cx="5864352" cy="835947"/>
          </a:xfrm>
        </p:spPr>
        <p:txBody>
          <a:bodyPr>
            <a:normAutofit/>
          </a:bodyPr>
          <a:lstStyle/>
          <a:p>
            <a:r>
              <a:rPr lang="en-US" dirty="0"/>
              <a:t>Classical Prefetchers</a:t>
            </a:r>
            <a:endParaRPr lang="en-ZA" dirty="0"/>
          </a:p>
        </p:txBody>
      </p:sp>
      <p:sp>
        <p:nvSpPr>
          <p:cNvPr id="4" name="Text Placeholder 3">
            <a:extLst>
              <a:ext uri="{FF2B5EF4-FFF2-40B4-BE49-F238E27FC236}">
                <a16:creationId xmlns:a16="http://schemas.microsoft.com/office/drawing/2014/main" id="{51D6AA66-EC20-FCAE-04B0-6BEB18463C2D}"/>
              </a:ext>
            </a:extLst>
          </p:cNvPr>
          <p:cNvSpPr>
            <a:spLocks noGrp="1"/>
          </p:cNvSpPr>
          <p:nvPr>
            <p:ph type="body" sz="quarter" idx="11"/>
          </p:nvPr>
        </p:nvSpPr>
        <p:spPr>
          <a:xfrm>
            <a:off x="4438997" y="1379914"/>
            <a:ext cx="7398094" cy="4738078"/>
          </a:xfrm>
        </p:spPr>
        <p:txBody>
          <a:bodyPr>
            <a:normAutofit/>
          </a:bodyPr>
          <a:lstStyle/>
          <a:p>
            <a:pPr marL="457200" indent="-457200">
              <a:buFont typeface="Arial" panose="020B0604020202020204" pitchFamily="34" charset="0"/>
              <a:buChar char="•"/>
            </a:pPr>
            <a:r>
              <a:rPr lang="he-IL" dirty="0" err="1"/>
              <a:t>S</a:t>
            </a:r>
            <a:r>
              <a:rPr lang="en-US" dirty="0" err="1"/>
              <a:t>tep</a:t>
            </a:r>
            <a:r>
              <a:rPr lang="en-US" dirty="0"/>
              <a:t> 1: Training. </a:t>
            </a:r>
            <a:br>
              <a:rPr lang="en-US" dirty="0"/>
            </a:br>
            <a:r>
              <a:rPr lang="en-US" dirty="0"/>
              <a:t>Checks if address sequence from core matches a specific pattern.</a:t>
            </a:r>
          </a:p>
          <a:p>
            <a:pPr marL="457200" indent="-457200">
              <a:buFont typeface="Arial" panose="020B0604020202020204" pitchFamily="34" charset="0"/>
              <a:buChar char="•"/>
            </a:pPr>
            <a:r>
              <a:rPr lang="en-US" dirty="0"/>
              <a:t>Step 2: Prefetching. </a:t>
            </a:r>
            <a:br>
              <a:rPr lang="en-US" dirty="0"/>
            </a:br>
            <a:r>
              <a:rPr lang="en-US" dirty="0"/>
              <a:t>If a pattern is recognized, fill the cache with predicted next address.</a:t>
            </a:r>
          </a:p>
          <a:p>
            <a:pPr marL="457200" indent="-457200">
              <a:buFont typeface="Arial" panose="020B0604020202020204" pitchFamily="34" charset="0"/>
              <a:buChar char="•"/>
            </a:pPr>
            <a:r>
              <a:rPr lang="en-US" dirty="0"/>
              <a:t>Step 3: Validation. </a:t>
            </a:r>
            <a:br>
              <a:rPr lang="en-US" dirty="0"/>
            </a:br>
            <a:r>
              <a:rPr lang="en-US" dirty="0"/>
              <a:t>Checks if its predictions were correct.</a:t>
            </a:r>
          </a:p>
          <a:p>
            <a:pPr marL="457200" indent="-457200">
              <a:buFont typeface="Arial" panose="020B0604020202020204" pitchFamily="34" charset="0"/>
              <a:buChar char="•"/>
            </a:pPr>
            <a:r>
              <a:rPr lang="en-US" dirty="0"/>
              <a:t>Prefetching depth depends on confidence. </a:t>
            </a:r>
            <a:r>
              <a:rPr lang="en-US" b="1" u="sng" dirty="0"/>
              <a:t>Might overshoot</a:t>
            </a:r>
            <a:r>
              <a:rPr lang="en-US" dirty="0"/>
              <a:t>.</a:t>
            </a:r>
          </a:p>
        </p:txBody>
      </p:sp>
      <p:pic>
        <p:nvPicPr>
          <p:cNvPr id="5" name="Picture 4" descr="A diagram of a data flow&#10;&#10;Description automatically generated">
            <a:extLst>
              <a:ext uri="{FF2B5EF4-FFF2-40B4-BE49-F238E27FC236}">
                <a16:creationId xmlns:a16="http://schemas.microsoft.com/office/drawing/2014/main" id="{A8A693CC-D7DD-CB49-93DB-8922C83B33F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5240" y="410845"/>
            <a:ext cx="4581525" cy="6041126"/>
          </a:xfrm>
          <a:prstGeom prst="rect">
            <a:avLst/>
          </a:prstGeom>
        </p:spPr>
      </p:pic>
      <p:pic>
        <p:nvPicPr>
          <p:cNvPr id="11" name="Picture 10" descr="A black and white text&#10;&#10;Description automatically generated">
            <a:extLst>
              <a:ext uri="{FF2B5EF4-FFF2-40B4-BE49-F238E27FC236}">
                <a16:creationId xmlns:a16="http://schemas.microsoft.com/office/drawing/2014/main" id="{9D297657-4746-3945-91EE-CE3139BDA249}"/>
              </a:ext>
            </a:extLst>
          </p:cNvPr>
          <p:cNvPicPr>
            <a:picLocks noChangeAspect="1"/>
          </p:cNvPicPr>
          <p:nvPr/>
        </p:nvPicPr>
        <p:blipFill>
          <a:blip r:embed="rId4"/>
          <a:stretch>
            <a:fillRect/>
          </a:stretch>
        </p:blipFill>
        <p:spPr>
          <a:xfrm>
            <a:off x="764771" y="5683665"/>
            <a:ext cx="1059758" cy="434327"/>
          </a:xfrm>
          <a:prstGeom prst="rect">
            <a:avLst/>
          </a:prstGeom>
          <a:solidFill>
            <a:schemeClr val="accent5">
              <a:lumMod val="60000"/>
              <a:lumOff val="40000"/>
            </a:schemeClr>
          </a:solidFill>
        </p:spPr>
      </p:pic>
    </p:spTree>
    <p:extLst>
      <p:ext uri="{BB962C8B-B14F-4D97-AF65-F5344CB8AC3E}">
        <p14:creationId xmlns:p14="http://schemas.microsoft.com/office/powerpoint/2010/main" val="3590816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DDD8-3394-6FB2-960C-451DEBD7F640}"/>
              </a:ext>
            </a:extLst>
          </p:cNvPr>
          <p:cNvSpPr>
            <a:spLocks noGrp="1"/>
          </p:cNvSpPr>
          <p:nvPr>
            <p:ph type="title"/>
          </p:nvPr>
        </p:nvSpPr>
        <p:spPr>
          <a:xfrm>
            <a:off x="4566285" y="410845"/>
            <a:ext cx="6855402" cy="835947"/>
          </a:xfrm>
        </p:spPr>
        <p:txBody>
          <a:bodyPr>
            <a:normAutofit fontScale="90000"/>
          </a:bodyPr>
          <a:lstStyle/>
          <a:p>
            <a:r>
              <a:rPr lang="en-US" dirty="0"/>
              <a:t>Data memory-dependent prefetcher</a:t>
            </a:r>
            <a:r>
              <a:rPr lang="he-IL" dirty="0" err="1"/>
              <a:t>s</a:t>
            </a:r>
            <a:r>
              <a:rPr lang="en-US" dirty="0"/>
              <a:t> - </a:t>
            </a:r>
            <a:r>
              <a:rPr lang="en-US" dirty="0" err="1"/>
              <a:t>dmps</a:t>
            </a:r>
            <a:endParaRPr lang="en-ZA" dirty="0"/>
          </a:p>
        </p:txBody>
      </p:sp>
      <p:sp>
        <p:nvSpPr>
          <p:cNvPr id="4" name="Text Placeholder 3">
            <a:extLst>
              <a:ext uri="{FF2B5EF4-FFF2-40B4-BE49-F238E27FC236}">
                <a16:creationId xmlns:a16="http://schemas.microsoft.com/office/drawing/2014/main" id="{51D6AA66-EC20-FCAE-04B0-6BEB18463C2D}"/>
              </a:ext>
            </a:extLst>
          </p:cNvPr>
          <p:cNvSpPr>
            <a:spLocks noGrp="1"/>
          </p:cNvSpPr>
          <p:nvPr>
            <p:ph type="body" sz="quarter" idx="11"/>
          </p:nvPr>
        </p:nvSpPr>
        <p:spPr>
          <a:xfrm>
            <a:off x="4438997" y="1379913"/>
            <a:ext cx="7547594" cy="5067241"/>
          </a:xfrm>
        </p:spPr>
        <p:txBody>
          <a:bodyPr>
            <a:normAutofit lnSpcReduction="10000"/>
          </a:bodyPr>
          <a:lstStyle/>
          <a:p>
            <a:pPr marL="457200" indent="-457200">
              <a:buFont typeface="Arial" panose="020B0604020202020204" pitchFamily="34" charset="0"/>
              <a:buChar char="•"/>
            </a:pPr>
            <a:r>
              <a:rPr lang="he-IL" dirty="0" err="1"/>
              <a:t>S</a:t>
            </a:r>
            <a:r>
              <a:rPr lang="en-US" dirty="0" err="1"/>
              <a:t>tep</a:t>
            </a:r>
            <a:r>
              <a:rPr lang="en-US" dirty="0"/>
              <a:t> 1: Training. </a:t>
            </a:r>
            <a:br>
              <a:rPr lang="en-US" dirty="0"/>
            </a:br>
            <a:r>
              <a:rPr lang="en-US" dirty="0"/>
              <a:t>Checks if address sequence from core, </a:t>
            </a:r>
            <a:r>
              <a:rPr lang="en-US" b="1" u="sng" dirty="0"/>
              <a:t>and to core </a:t>
            </a:r>
            <a:r>
              <a:rPr lang="en-US" dirty="0"/>
              <a:t>matches a specific pattern </a:t>
            </a:r>
          </a:p>
          <a:p>
            <a:pPr marL="457200" indent="-457200">
              <a:buFont typeface="Arial" panose="020B0604020202020204" pitchFamily="34" charset="0"/>
              <a:buChar char="•"/>
            </a:pPr>
            <a:r>
              <a:rPr lang="en-US" dirty="0"/>
              <a:t>Step 2: Prefetching.</a:t>
            </a:r>
          </a:p>
          <a:p>
            <a:pPr marL="457200" indent="-457200">
              <a:buFont typeface="Arial" panose="020B0604020202020204" pitchFamily="34" charset="0"/>
              <a:buChar char="•"/>
            </a:pPr>
            <a:r>
              <a:rPr lang="en-US" dirty="0"/>
              <a:t>Step 3: Validation. </a:t>
            </a:r>
          </a:p>
          <a:p>
            <a:pPr marL="457200" indent="-457200">
              <a:buFont typeface="Arial" panose="020B0604020202020204" pitchFamily="34" charset="0"/>
              <a:buChar char="•"/>
            </a:pPr>
            <a:r>
              <a:rPr lang="en-US" dirty="0"/>
              <a:t>Used for data dependency – turning a value into an address (chasing pointers)</a:t>
            </a:r>
            <a:endParaRPr lang="he-IL" dirty="0"/>
          </a:p>
          <a:p>
            <a:pPr marL="457200" indent="-457200">
              <a:buFont typeface="Arial" panose="020B0604020202020204" pitchFamily="34" charset="0"/>
              <a:buChar char="•"/>
            </a:pPr>
            <a:r>
              <a:rPr lang="en-US" dirty="0"/>
              <a:t>DMP gets physical addresses and brings the data. That data is a pointer to the next </a:t>
            </a:r>
            <a:r>
              <a:rPr lang="en-US" b="1" u="sng" dirty="0"/>
              <a:t>virtual address</a:t>
            </a:r>
            <a:r>
              <a:rPr lang="en-US" dirty="0"/>
              <a:t>. Hence, it must do Virtual-to-physical address translation to prefetch.</a:t>
            </a:r>
            <a:br>
              <a:rPr lang="en-US" dirty="0"/>
            </a:br>
            <a:endParaRPr lang="en-US" dirty="0"/>
          </a:p>
        </p:txBody>
      </p:sp>
      <p:pic>
        <p:nvPicPr>
          <p:cNvPr id="6" name="Picture 5" descr="A diagram of a data processing process&#10;&#10;Description automatically generated">
            <a:extLst>
              <a:ext uri="{FF2B5EF4-FFF2-40B4-BE49-F238E27FC236}">
                <a16:creationId xmlns:a16="http://schemas.microsoft.com/office/drawing/2014/main" id="{FF96B50C-BF35-0047-970A-3596BECDC99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740008"/>
            <a:ext cx="4558978" cy="5952552"/>
          </a:xfrm>
          <a:prstGeom prst="rect">
            <a:avLst/>
          </a:prstGeom>
        </p:spPr>
      </p:pic>
      <p:sp>
        <p:nvSpPr>
          <p:cNvPr id="7" name="Rounded Rectangle 6">
            <a:extLst>
              <a:ext uri="{FF2B5EF4-FFF2-40B4-BE49-F238E27FC236}">
                <a16:creationId xmlns:a16="http://schemas.microsoft.com/office/drawing/2014/main" id="{58D26948-E0F7-8549-8D8E-89ECB5180417}"/>
              </a:ext>
            </a:extLst>
          </p:cNvPr>
          <p:cNvSpPr/>
          <p:nvPr/>
        </p:nvSpPr>
        <p:spPr>
          <a:xfrm>
            <a:off x="2291846" y="2372498"/>
            <a:ext cx="1649960" cy="963827"/>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MMU</a:t>
            </a:r>
          </a:p>
        </p:txBody>
      </p:sp>
    </p:spTree>
    <p:extLst>
      <p:ext uri="{BB962C8B-B14F-4D97-AF65-F5344CB8AC3E}">
        <p14:creationId xmlns:p14="http://schemas.microsoft.com/office/powerpoint/2010/main" val="376107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DDD8-3394-6FB2-960C-451DEBD7F640}"/>
              </a:ext>
            </a:extLst>
          </p:cNvPr>
          <p:cNvSpPr>
            <a:spLocks noGrp="1"/>
          </p:cNvSpPr>
          <p:nvPr>
            <p:ph type="title"/>
          </p:nvPr>
        </p:nvSpPr>
        <p:spPr>
          <a:xfrm>
            <a:off x="4566285" y="410845"/>
            <a:ext cx="6855402" cy="835947"/>
          </a:xfrm>
        </p:spPr>
        <p:txBody>
          <a:bodyPr>
            <a:normAutofit fontScale="90000"/>
          </a:bodyPr>
          <a:lstStyle/>
          <a:p>
            <a:r>
              <a:rPr lang="en-US" dirty="0"/>
              <a:t>Data memory-dependent prefetcher - </a:t>
            </a:r>
            <a:r>
              <a:rPr lang="en-US" dirty="0" err="1"/>
              <a:t>dmp</a:t>
            </a:r>
            <a:endParaRPr lang="en-ZA" dirty="0"/>
          </a:p>
        </p:txBody>
      </p:sp>
      <p:sp>
        <p:nvSpPr>
          <p:cNvPr id="4" name="Text Placeholder 3">
            <a:extLst>
              <a:ext uri="{FF2B5EF4-FFF2-40B4-BE49-F238E27FC236}">
                <a16:creationId xmlns:a16="http://schemas.microsoft.com/office/drawing/2014/main" id="{51D6AA66-EC20-FCAE-04B0-6BEB18463C2D}"/>
              </a:ext>
            </a:extLst>
          </p:cNvPr>
          <p:cNvSpPr>
            <a:spLocks noGrp="1"/>
          </p:cNvSpPr>
          <p:nvPr>
            <p:ph type="body" sz="quarter" idx="11"/>
          </p:nvPr>
        </p:nvSpPr>
        <p:spPr>
          <a:xfrm>
            <a:off x="7549977" y="1379913"/>
            <a:ext cx="4436613" cy="5067241"/>
          </a:xfrm>
        </p:spPr>
        <p:txBody>
          <a:bodyPr>
            <a:normAutofit/>
          </a:bodyPr>
          <a:lstStyle/>
          <a:p>
            <a:pPr marL="457200" indent="-457200">
              <a:buFont typeface="Arial" panose="020B0604020202020204" pitchFamily="34" charset="0"/>
              <a:buChar char="•"/>
            </a:pPr>
            <a:r>
              <a:rPr lang="en-US" dirty="0"/>
              <a:t>Classical Prefetchers will recognize the pattern A[k], A[2k] and prefetch A[3K]</a:t>
            </a:r>
          </a:p>
          <a:p>
            <a:pPr marL="457200" indent="-457200">
              <a:buFont typeface="Arial" panose="020B0604020202020204" pitchFamily="34" charset="0"/>
              <a:buChar char="•"/>
            </a:pPr>
            <a:r>
              <a:rPr lang="en-US" dirty="0"/>
              <a:t>DMP will also prefetch *A[3k]</a:t>
            </a:r>
            <a:endParaRPr lang="he-IL" dirty="0"/>
          </a:p>
          <a:p>
            <a:pPr marL="457200" indent="-457200">
              <a:buFont typeface="Arial" panose="020B0604020202020204" pitchFamily="34" charset="0"/>
              <a:buChar char="•"/>
            </a:pPr>
            <a:r>
              <a:rPr lang="en-US" dirty="0"/>
              <a:t>There wasn’t evidence of any DMP in a commercial processor.</a:t>
            </a:r>
            <a:endParaRPr lang="he-IL" dirty="0"/>
          </a:p>
          <a:p>
            <a:pPr marL="457200" indent="-457200">
              <a:buFont typeface="Arial" panose="020B0604020202020204" pitchFamily="34" charset="0"/>
              <a:buChar char="•"/>
            </a:pPr>
            <a:endParaRPr lang="en-US" dirty="0"/>
          </a:p>
        </p:txBody>
      </p:sp>
      <p:pic>
        <p:nvPicPr>
          <p:cNvPr id="5" name="Picture 4" descr="A screenshot of a computer program&#10;&#10;Description automatically generated">
            <a:extLst>
              <a:ext uri="{FF2B5EF4-FFF2-40B4-BE49-F238E27FC236}">
                <a16:creationId xmlns:a16="http://schemas.microsoft.com/office/drawing/2014/main" id="{1BE74590-84E6-BA45-89EE-7F5DD73316D7}"/>
              </a:ext>
            </a:extLst>
          </p:cNvPr>
          <p:cNvPicPr>
            <a:picLocks noChangeAspect="1"/>
          </p:cNvPicPr>
          <p:nvPr/>
        </p:nvPicPr>
        <p:blipFill>
          <a:blip r:embed="rId3"/>
          <a:stretch>
            <a:fillRect/>
          </a:stretch>
        </p:blipFill>
        <p:spPr>
          <a:xfrm>
            <a:off x="205409" y="1246792"/>
            <a:ext cx="7092950" cy="4431525"/>
          </a:xfrm>
          <a:prstGeom prst="rect">
            <a:avLst/>
          </a:prstGeom>
        </p:spPr>
      </p:pic>
      <p:pic>
        <p:nvPicPr>
          <p:cNvPr id="3074" name="Picture 2" descr="Apple unleashes M1 - Apple (IL)">
            <a:extLst>
              <a:ext uri="{FF2B5EF4-FFF2-40B4-BE49-F238E27FC236}">
                <a16:creationId xmlns:a16="http://schemas.microsoft.com/office/drawing/2014/main" id="{B4AE38FC-C515-E848-ADC7-2312B2FEC2AF}"/>
              </a:ext>
            </a:extLst>
          </p:cNvPr>
          <p:cNvPicPr>
            <a:picLocks noChangeAspect="1" noChangeArrowheads="1"/>
          </p:cNvPicPr>
          <p:nvPr/>
        </p:nvPicPr>
        <p:blipFill rotWithShape="1">
          <a:blip r:embed="rId4">
            <a:alphaModFix amt="70000"/>
            <a:extLst>
              <a:ext uri="{28A0092B-C50C-407E-A947-70E740481C1C}">
                <a14:useLocalDpi xmlns:a14="http://schemas.microsoft.com/office/drawing/2010/main" val="0"/>
              </a:ext>
            </a:extLst>
          </a:blip>
          <a:srcRect l="29249" t="17202" r="28263" b="18180"/>
          <a:stretch/>
        </p:blipFill>
        <p:spPr bwMode="auto">
          <a:xfrm>
            <a:off x="770313" y="969197"/>
            <a:ext cx="2318877" cy="2267194"/>
          </a:xfrm>
          <a:prstGeom prst="rect">
            <a:avLst/>
          </a:prstGeom>
          <a:noFill/>
          <a:extLst>
            <a:ext uri="{909E8E84-426E-40DD-AFC4-6F175D3DCCD1}">
              <a14:hiddenFill xmlns:a14="http://schemas.microsoft.com/office/drawing/2010/main">
                <a:solidFill>
                  <a:srgbClr val="FFFFFF"/>
                </a:solidFill>
              </a14:hiddenFill>
            </a:ext>
          </a:extLst>
        </p:spPr>
      </p:pic>
      <p:sp>
        <p:nvSpPr>
          <p:cNvPr id="8" name="Multiply 7">
            <a:extLst>
              <a:ext uri="{FF2B5EF4-FFF2-40B4-BE49-F238E27FC236}">
                <a16:creationId xmlns:a16="http://schemas.microsoft.com/office/drawing/2014/main" id="{88E10142-619A-8B43-B473-C0C0EA904853}"/>
              </a:ext>
            </a:extLst>
          </p:cNvPr>
          <p:cNvSpPr/>
          <p:nvPr/>
        </p:nvSpPr>
        <p:spPr>
          <a:xfrm>
            <a:off x="4423719" y="1379913"/>
            <a:ext cx="1853513" cy="1684563"/>
          </a:xfrm>
          <a:prstGeom prst="mathMultiply">
            <a:avLst/>
          </a:prstGeom>
          <a:solidFill>
            <a:srgbClr val="C00000">
              <a:alpha val="4986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US" dirty="0"/>
          </a:p>
        </p:txBody>
      </p:sp>
      <p:sp>
        <p:nvSpPr>
          <p:cNvPr id="10" name="Multiply 9">
            <a:extLst>
              <a:ext uri="{FF2B5EF4-FFF2-40B4-BE49-F238E27FC236}">
                <a16:creationId xmlns:a16="http://schemas.microsoft.com/office/drawing/2014/main" id="{DAD04F25-6AFB-AE4F-BBBB-7DA7DD73A25C}"/>
              </a:ext>
            </a:extLst>
          </p:cNvPr>
          <p:cNvSpPr/>
          <p:nvPr/>
        </p:nvSpPr>
        <p:spPr>
          <a:xfrm>
            <a:off x="1002994" y="3770546"/>
            <a:ext cx="1853513" cy="1684563"/>
          </a:xfrm>
          <a:prstGeom prst="mathMultiply">
            <a:avLst/>
          </a:prstGeom>
          <a:solidFill>
            <a:srgbClr val="C00000">
              <a:alpha val="4986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US" dirty="0"/>
          </a:p>
        </p:txBody>
      </p:sp>
      <p:sp>
        <p:nvSpPr>
          <p:cNvPr id="11" name="Multiply 10">
            <a:extLst>
              <a:ext uri="{FF2B5EF4-FFF2-40B4-BE49-F238E27FC236}">
                <a16:creationId xmlns:a16="http://schemas.microsoft.com/office/drawing/2014/main" id="{98DD2F91-32C0-7942-BBEF-036D4965EAE3}"/>
              </a:ext>
            </a:extLst>
          </p:cNvPr>
          <p:cNvSpPr/>
          <p:nvPr/>
        </p:nvSpPr>
        <p:spPr>
          <a:xfrm>
            <a:off x="4423719" y="3770545"/>
            <a:ext cx="1853513" cy="1684563"/>
          </a:xfrm>
          <a:prstGeom prst="mathMultiply">
            <a:avLst/>
          </a:prstGeom>
          <a:solidFill>
            <a:srgbClr val="C00000">
              <a:alpha val="4986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dirty="0"/>
          </a:p>
        </p:txBody>
      </p:sp>
    </p:spTree>
    <p:extLst>
      <p:ext uri="{BB962C8B-B14F-4D97-AF65-F5344CB8AC3E}">
        <p14:creationId xmlns:p14="http://schemas.microsoft.com/office/powerpoint/2010/main" val="2904647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1000" fill="hold"/>
                                        <p:tgtEl>
                                          <p:spTgt spid="3074"/>
                                        </p:tgtEl>
                                        <p:attrNameLst>
                                          <p:attrName>ppt_w</p:attrName>
                                        </p:attrNameLst>
                                      </p:cBhvr>
                                      <p:tavLst>
                                        <p:tav tm="0">
                                          <p:val>
                                            <p:fltVal val="0"/>
                                          </p:val>
                                        </p:tav>
                                        <p:tav tm="100000">
                                          <p:val>
                                            <p:strVal val="#ppt_w"/>
                                          </p:val>
                                        </p:tav>
                                      </p:tavLst>
                                    </p:anim>
                                    <p:anim calcmode="lin" valueType="num">
                                      <p:cBhvr>
                                        <p:cTn id="8" dur="1000" fill="hold"/>
                                        <p:tgtEl>
                                          <p:spTgt spid="307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fltVal val="0"/>
                                          </p:val>
                                        </p:tav>
                                        <p:tav tm="100000">
                                          <p:val>
                                            <p:strVal val="#ppt_w"/>
                                          </p:val>
                                        </p:tav>
                                      </p:tavLst>
                                    </p:anim>
                                    <p:anim calcmode="lin" valueType="num">
                                      <p:cBhvr>
                                        <p:cTn id="20"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1000" fill="hold"/>
                                        <p:tgtEl>
                                          <p:spTgt spid="11"/>
                                        </p:tgtEl>
                                        <p:attrNameLst>
                                          <p:attrName>ppt_w</p:attrName>
                                        </p:attrNameLst>
                                      </p:cBhvr>
                                      <p:tavLst>
                                        <p:tav tm="0">
                                          <p:val>
                                            <p:fltVal val="0"/>
                                          </p:val>
                                        </p:tav>
                                        <p:tav tm="100000">
                                          <p:val>
                                            <p:strVal val="#ppt_w"/>
                                          </p:val>
                                        </p:tav>
                                      </p:tavLst>
                                    </p:anim>
                                    <p:anim calcmode="lin" valueType="num">
                                      <p:cBhvr>
                                        <p:cTn id="26" dur="10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DDD8-3394-6FB2-960C-451DEBD7F640}"/>
              </a:ext>
            </a:extLst>
          </p:cNvPr>
          <p:cNvSpPr>
            <a:spLocks noGrp="1"/>
          </p:cNvSpPr>
          <p:nvPr>
            <p:ph type="title"/>
          </p:nvPr>
        </p:nvSpPr>
        <p:spPr>
          <a:xfrm>
            <a:off x="574158" y="410845"/>
            <a:ext cx="10847529" cy="835947"/>
          </a:xfrm>
        </p:spPr>
        <p:txBody>
          <a:bodyPr>
            <a:normAutofit/>
          </a:bodyPr>
          <a:lstStyle/>
          <a:p>
            <a:r>
              <a:rPr lang="en-US" dirty="0"/>
              <a:t>How to find a DMP in the wild</a:t>
            </a:r>
            <a:endParaRPr lang="en-ZA" dirty="0"/>
          </a:p>
        </p:txBody>
      </p:sp>
      <p:pic>
        <p:nvPicPr>
          <p:cNvPr id="13" name="Picture 12" descr="A diagram of a computer network&#10;&#10;Description automatically generated">
            <a:extLst>
              <a:ext uri="{FF2B5EF4-FFF2-40B4-BE49-F238E27FC236}">
                <a16:creationId xmlns:a16="http://schemas.microsoft.com/office/drawing/2014/main" id="{0E09C7E7-3CC3-E342-ABB1-6278528AFE3D}"/>
              </a:ext>
            </a:extLst>
          </p:cNvPr>
          <p:cNvPicPr>
            <a:picLocks noChangeAspect="1"/>
          </p:cNvPicPr>
          <p:nvPr/>
        </p:nvPicPr>
        <p:blipFill>
          <a:blip r:embed="rId3"/>
          <a:stretch>
            <a:fillRect/>
          </a:stretch>
        </p:blipFill>
        <p:spPr>
          <a:xfrm>
            <a:off x="266218" y="1952363"/>
            <a:ext cx="6400800" cy="2953274"/>
          </a:xfrm>
          <a:prstGeom prst="rect">
            <a:avLst/>
          </a:prstGeom>
        </p:spPr>
      </p:pic>
      <p:sp>
        <p:nvSpPr>
          <p:cNvPr id="15" name="Text Placeholder 3">
            <a:extLst>
              <a:ext uri="{FF2B5EF4-FFF2-40B4-BE49-F238E27FC236}">
                <a16:creationId xmlns:a16="http://schemas.microsoft.com/office/drawing/2014/main" id="{1ABD0613-B465-394D-97D4-792587C3950E}"/>
              </a:ext>
            </a:extLst>
          </p:cNvPr>
          <p:cNvSpPr txBox="1">
            <a:spLocks/>
          </p:cNvSpPr>
          <p:nvPr/>
        </p:nvSpPr>
        <p:spPr>
          <a:xfrm>
            <a:off x="6850266" y="1952363"/>
            <a:ext cx="5222129" cy="44947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Expect *</a:t>
            </a:r>
            <a:r>
              <a:rPr lang="en-US" dirty="0" err="1"/>
              <a:t>AoP</a:t>
            </a:r>
            <a:r>
              <a:rPr lang="en-US" dirty="0"/>
              <a:t>[M] to be cached</a:t>
            </a:r>
          </a:p>
          <a:p>
            <a:r>
              <a:rPr lang="en-US" dirty="0"/>
              <a:t>Compare to baseline that computes addresses on the fly (prevent prefetching)</a:t>
            </a:r>
          </a:p>
          <a:p>
            <a:r>
              <a:rPr lang="en-US" dirty="0"/>
              <a:t>Both versions execute the same instructions sequence</a:t>
            </a:r>
          </a:p>
          <a:p>
            <a:r>
              <a:rPr lang="en-US" dirty="0"/>
              <a:t>Added dependencies to prevent </a:t>
            </a:r>
            <a:r>
              <a:rPr lang="en-US" dirty="0" err="1"/>
              <a:t>OoOE</a:t>
            </a:r>
            <a:r>
              <a:rPr lang="en-US" dirty="0"/>
              <a:t> </a:t>
            </a:r>
          </a:p>
        </p:txBody>
      </p:sp>
    </p:spTree>
    <p:extLst>
      <p:ext uri="{BB962C8B-B14F-4D97-AF65-F5344CB8AC3E}">
        <p14:creationId xmlns:p14="http://schemas.microsoft.com/office/powerpoint/2010/main" val="1895131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DDD8-3394-6FB2-960C-451DEBD7F640}"/>
              </a:ext>
            </a:extLst>
          </p:cNvPr>
          <p:cNvSpPr>
            <a:spLocks noGrp="1"/>
          </p:cNvSpPr>
          <p:nvPr>
            <p:ph type="title"/>
          </p:nvPr>
        </p:nvSpPr>
        <p:spPr>
          <a:xfrm>
            <a:off x="574158" y="410845"/>
            <a:ext cx="10847529" cy="835947"/>
          </a:xfrm>
        </p:spPr>
        <p:txBody>
          <a:bodyPr>
            <a:normAutofit/>
          </a:bodyPr>
          <a:lstStyle/>
          <a:p>
            <a:r>
              <a:rPr lang="en-US" dirty="0"/>
              <a:t>How to find a DMP in the wild</a:t>
            </a:r>
            <a:endParaRPr lang="en-ZA" dirty="0"/>
          </a:p>
        </p:txBody>
      </p:sp>
      <p:pic>
        <p:nvPicPr>
          <p:cNvPr id="6" name="Picture 5" descr="A graph with numbers and text&#10;&#10;Description automatically generated with medium confidence">
            <a:extLst>
              <a:ext uri="{FF2B5EF4-FFF2-40B4-BE49-F238E27FC236}">
                <a16:creationId xmlns:a16="http://schemas.microsoft.com/office/drawing/2014/main" id="{696312C3-06ED-1546-B4F6-DDB0B046414C}"/>
              </a:ext>
            </a:extLst>
          </p:cNvPr>
          <p:cNvPicPr>
            <a:picLocks noChangeAspect="1"/>
          </p:cNvPicPr>
          <p:nvPr/>
        </p:nvPicPr>
        <p:blipFill>
          <a:blip r:embed="rId3"/>
          <a:stretch>
            <a:fillRect/>
          </a:stretch>
        </p:blipFill>
        <p:spPr>
          <a:xfrm>
            <a:off x="2631486" y="1507345"/>
            <a:ext cx="6929028" cy="4494793"/>
          </a:xfrm>
          <a:prstGeom prst="rect">
            <a:avLst/>
          </a:prstGeom>
        </p:spPr>
      </p:pic>
    </p:spTree>
    <p:extLst>
      <p:ext uri="{BB962C8B-B14F-4D97-AF65-F5344CB8AC3E}">
        <p14:creationId xmlns:p14="http://schemas.microsoft.com/office/powerpoint/2010/main" val="3251160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DDD8-3394-6FB2-960C-451DEBD7F640}"/>
              </a:ext>
            </a:extLst>
          </p:cNvPr>
          <p:cNvSpPr>
            <a:spLocks noGrp="1"/>
          </p:cNvSpPr>
          <p:nvPr>
            <p:ph type="title"/>
          </p:nvPr>
        </p:nvSpPr>
        <p:spPr>
          <a:xfrm>
            <a:off x="574158" y="410845"/>
            <a:ext cx="10847529" cy="835947"/>
          </a:xfrm>
        </p:spPr>
        <p:txBody>
          <a:bodyPr>
            <a:normAutofit/>
          </a:bodyPr>
          <a:lstStyle/>
          <a:p>
            <a:r>
              <a:rPr lang="en-US" dirty="0"/>
              <a:t>How to find a DMP in the wild</a:t>
            </a:r>
            <a:endParaRPr lang="en-ZA" dirty="0"/>
          </a:p>
        </p:txBody>
      </p:sp>
      <p:pic>
        <p:nvPicPr>
          <p:cNvPr id="4" name="Picture 3" descr="A screenshot of a computer program&#10;&#10;Description automatically generated">
            <a:extLst>
              <a:ext uri="{FF2B5EF4-FFF2-40B4-BE49-F238E27FC236}">
                <a16:creationId xmlns:a16="http://schemas.microsoft.com/office/drawing/2014/main" id="{A66B6ED4-13FE-FE4E-A291-4A6D785DCDC9}"/>
              </a:ext>
            </a:extLst>
          </p:cNvPr>
          <p:cNvPicPr>
            <a:picLocks noChangeAspect="1"/>
          </p:cNvPicPr>
          <p:nvPr/>
        </p:nvPicPr>
        <p:blipFill>
          <a:blip r:embed="rId3"/>
          <a:stretch>
            <a:fillRect/>
          </a:stretch>
        </p:blipFill>
        <p:spPr>
          <a:xfrm>
            <a:off x="770313" y="1246792"/>
            <a:ext cx="6120434" cy="4972853"/>
          </a:xfrm>
          <a:prstGeom prst="rect">
            <a:avLst/>
          </a:prstGeom>
        </p:spPr>
      </p:pic>
      <p:sp>
        <p:nvSpPr>
          <p:cNvPr id="8" name="TextBox 7">
            <a:extLst>
              <a:ext uri="{FF2B5EF4-FFF2-40B4-BE49-F238E27FC236}">
                <a16:creationId xmlns:a16="http://schemas.microsoft.com/office/drawing/2014/main" id="{EE0EE66B-7683-EA48-9E67-F359F132183D}"/>
              </a:ext>
            </a:extLst>
          </p:cNvPr>
          <p:cNvSpPr txBox="1"/>
          <p:nvPr/>
        </p:nvSpPr>
        <p:spPr>
          <a:xfrm>
            <a:off x="6984204" y="1426838"/>
            <a:ext cx="4437483"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The if will take many clock cycles. Triggering a speculative execution</a:t>
            </a:r>
          </a:p>
          <a:p>
            <a:pPr marL="285750" indent="-285750">
              <a:buFont typeface="Arial" panose="020B0604020202020204" pitchFamily="34" charset="0"/>
              <a:buChar char="•"/>
            </a:pPr>
            <a:r>
              <a:rPr lang="en-US" sz="2800" dirty="0"/>
              <a:t>Showcase the first microarchitectural attack leaking data at rest</a:t>
            </a:r>
          </a:p>
        </p:txBody>
      </p:sp>
    </p:spTree>
    <p:extLst>
      <p:ext uri="{BB962C8B-B14F-4D97-AF65-F5344CB8AC3E}">
        <p14:creationId xmlns:p14="http://schemas.microsoft.com/office/powerpoint/2010/main" val="732525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DDD8-3394-6FB2-960C-451DEBD7F640}"/>
              </a:ext>
            </a:extLst>
          </p:cNvPr>
          <p:cNvSpPr>
            <a:spLocks noGrp="1"/>
          </p:cNvSpPr>
          <p:nvPr>
            <p:ph type="title"/>
          </p:nvPr>
        </p:nvSpPr>
        <p:spPr>
          <a:xfrm>
            <a:off x="574158" y="410845"/>
            <a:ext cx="10847529" cy="835947"/>
          </a:xfrm>
        </p:spPr>
        <p:txBody>
          <a:bodyPr>
            <a:normAutofit/>
          </a:bodyPr>
          <a:lstStyle/>
          <a:p>
            <a:r>
              <a:rPr lang="en-US" dirty="0"/>
              <a:t>How to find a DMP in the wild</a:t>
            </a:r>
            <a:endParaRPr lang="en-ZA" dirty="0"/>
          </a:p>
        </p:txBody>
      </p:sp>
      <p:pic>
        <p:nvPicPr>
          <p:cNvPr id="5" name="Picture 4" descr="A diagram of a number of dots&#10;&#10;Description automatically generated with medium confidence">
            <a:extLst>
              <a:ext uri="{FF2B5EF4-FFF2-40B4-BE49-F238E27FC236}">
                <a16:creationId xmlns:a16="http://schemas.microsoft.com/office/drawing/2014/main" id="{A27CC905-5F49-CB4D-B88A-BB447F1BFEDF}"/>
              </a:ext>
            </a:extLst>
          </p:cNvPr>
          <p:cNvPicPr>
            <a:picLocks noChangeAspect="1"/>
          </p:cNvPicPr>
          <p:nvPr/>
        </p:nvPicPr>
        <p:blipFill>
          <a:blip r:embed="rId3"/>
          <a:stretch>
            <a:fillRect/>
          </a:stretch>
        </p:blipFill>
        <p:spPr>
          <a:xfrm>
            <a:off x="122931" y="1246792"/>
            <a:ext cx="7086600" cy="4775200"/>
          </a:xfrm>
          <a:prstGeom prst="rect">
            <a:avLst/>
          </a:prstGeom>
        </p:spPr>
      </p:pic>
      <p:sp>
        <p:nvSpPr>
          <p:cNvPr id="6" name="TextBox 5">
            <a:extLst>
              <a:ext uri="{FF2B5EF4-FFF2-40B4-BE49-F238E27FC236}">
                <a16:creationId xmlns:a16="http://schemas.microsoft.com/office/drawing/2014/main" id="{2C12EE81-F4D6-D74C-9FC4-D597D9F7D8EC}"/>
              </a:ext>
            </a:extLst>
          </p:cNvPr>
          <p:cNvSpPr txBox="1"/>
          <p:nvPr/>
        </p:nvSpPr>
        <p:spPr>
          <a:xfrm>
            <a:off x="7354111" y="1556899"/>
            <a:ext cx="4837889"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Baseline – without the three speculative accesses on each 6th train loop iteration</a:t>
            </a:r>
          </a:p>
        </p:txBody>
      </p:sp>
    </p:spTree>
    <p:extLst>
      <p:ext uri="{BB962C8B-B14F-4D97-AF65-F5344CB8AC3E}">
        <p14:creationId xmlns:p14="http://schemas.microsoft.com/office/powerpoint/2010/main" val="2163219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7AA4455-B426-CE42-B743-B9898B7AE032}"/>
              </a:ext>
            </a:extLst>
          </p:cNvPr>
          <p:cNvSpPr>
            <a:spLocks noGrp="1"/>
          </p:cNvSpPr>
          <p:nvPr>
            <p:ph type="body" sz="quarter" idx="11"/>
          </p:nvPr>
        </p:nvSpPr>
        <p:spPr>
          <a:xfrm>
            <a:off x="7738836" y="1429797"/>
            <a:ext cx="4334328" cy="4103299"/>
          </a:xfrm>
        </p:spPr>
        <p:txBody>
          <a:bodyPr>
            <a:noAutofit/>
          </a:bodyPr>
          <a:lstStyle/>
          <a:p>
            <a:pPr marL="342900" indent="-342900">
              <a:buFont typeface="Arial" panose="020B0604020202020204" pitchFamily="34" charset="0"/>
              <a:buChar char="•"/>
            </a:pPr>
            <a:r>
              <a:rPr lang="en-US" sz="2800" dirty="0"/>
              <a:t>Start: Identifies 3 potential pointers at end of </a:t>
            </a:r>
            <a:r>
              <a:rPr lang="en-US" sz="2800" dirty="0" err="1"/>
              <a:t>AoP</a:t>
            </a:r>
            <a:endParaRPr lang="en-US" sz="2800" dirty="0"/>
          </a:p>
          <a:p>
            <a:pPr marL="342900" indent="-342900">
              <a:buFont typeface="Arial" panose="020B0604020202020204" pitchFamily="34" charset="0"/>
              <a:buChar char="•"/>
            </a:pPr>
            <a:r>
              <a:rPr lang="en-US" sz="2800" dirty="0"/>
              <a:t>End: Attacker knows which pointer was picked by the user.</a:t>
            </a:r>
          </a:p>
          <a:p>
            <a:pPr marL="342900" indent="-342900">
              <a:buFont typeface="Arial" panose="020B0604020202020204" pitchFamily="34" charset="0"/>
              <a:buChar char="•"/>
            </a:pPr>
            <a:r>
              <a:rPr lang="en-US" sz="2800" dirty="0"/>
              <a:t>If attacker can’t access pointers – </a:t>
            </a:r>
            <a:r>
              <a:rPr lang="en-US" sz="2800" dirty="0" err="1"/>
              <a:t>Prime+Probe</a:t>
            </a:r>
            <a:r>
              <a:rPr lang="en-US" sz="2800" dirty="0"/>
              <a:t> them!</a:t>
            </a:r>
          </a:p>
          <a:p>
            <a:pPr marL="342900" indent="-342900">
              <a:buFont typeface="Arial" panose="020B0604020202020204" pitchFamily="34" charset="0"/>
              <a:buChar char="•"/>
            </a:pPr>
            <a:endParaRPr lang="en-US" sz="2800" dirty="0"/>
          </a:p>
          <a:p>
            <a:endParaRPr lang="en-US" sz="2800" dirty="0"/>
          </a:p>
          <a:p>
            <a:endParaRPr lang="en-US" sz="2800" dirty="0"/>
          </a:p>
        </p:txBody>
      </p:sp>
      <p:pic>
        <p:nvPicPr>
          <p:cNvPr id="12" name="Picture 11" descr="A screenshot of a computer program&#10;&#10;Description automatically generated">
            <a:extLst>
              <a:ext uri="{FF2B5EF4-FFF2-40B4-BE49-F238E27FC236}">
                <a16:creationId xmlns:a16="http://schemas.microsoft.com/office/drawing/2014/main" id="{50665627-3805-284E-976F-E4AA8DB1CAF7}"/>
              </a:ext>
            </a:extLst>
          </p:cNvPr>
          <p:cNvPicPr>
            <a:picLocks noChangeAspect="1"/>
          </p:cNvPicPr>
          <p:nvPr/>
        </p:nvPicPr>
        <p:blipFill>
          <a:blip r:embed="rId3"/>
          <a:stretch>
            <a:fillRect/>
          </a:stretch>
        </p:blipFill>
        <p:spPr>
          <a:xfrm>
            <a:off x="118836" y="1429797"/>
            <a:ext cx="7429632" cy="4558697"/>
          </a:xfrm>
          <a:prstGeom prst="rect">
            <a:avLst/>
          </a:prstGeom>
        </p:spPr>
      </p:pic>
      <p:cxnSp>
        <p:nvCxnSpPr>
          <p:cNvPr id="14" name="Straight Connector 13">
            <a:extLst>
              <a:ext uri="{FF2B5EF4-FFF2-40B4-BE49-F238E27FC236}">
                <a16:creationId xmlns:a16="http://schemas.microsoft.com/office/drawing/2014/main" id="{5F3349D3-12E1-7449-B42B-5DB64DDDC0EF}"/>
              </a:ext>
            </a:extLst>
          </p:cNvPr>
          <p:cNvCxnSpPr>
            <a:cxnSpLocks/>
          </p:cNvCxnSpPr>
          <p:nvPr/>
        </p:nvCxnSpPr>
        <p:spPr>
          <a:xfrm flipH="1">
            <a:off x="0" y="2556387"/>
            <a:ext cx="7620000" cy="0"/>
          </a:xfrm>
          <a:prstGeom prst="line">
            <a:avLst/>
          </a:prstGeom>
          <a:ln w="28575">
            <a:prstDash val="lgDash"/>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id="{190B3C4E-407A-7D4F-98EC-139F75D77176}"/>
              </a:ext>
            </a:extLst>
          </p:cNvPr>
          <p:cNvSpPr/>
          <p:nvPr/>
        </p:nvSpPr>
        <p:spPr>
          <a:xfrm>
            <a:off x="4866468" y="0"/>
            <a:ext cx="7325532" cy="1449798"/>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dirty="0"/>
          </a:p>
        </p:txBody>
      </p:sp>
      <p:sp>
        <p:nvSpPr>
          <p:cNvPr id="21" name="Title 1">
            <a:extLst>
              <a:ext uri="{FF2B5EF4-FFF2-40B4-BE49-F238E27FC236}">
                <a16:creationId xmlns:a16="http://schemas.microsoft.com/office/drawing/2014/main" id="{29ADB115-64CF-9444-9759-3DD1029FA03E}"/>
              </a:ext>
            </a:extLst>
          </p:cNvPr>
          <p:cNvSpPr txBox="1">
            <a:spLocks/>
          </p:cNvSpPr>
          <p:nvPr/>
        </p:nvSpPr>
        <p:spPr>
          <a:xfrm>
            <a:off x="646889" y="465431"/>
            <a:ext cx="6172200" cy="51893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r>
              <a:rPr lang="en-US"/>
              <a:t>Attack poc</a:t>
            </a:r>
            <a:endParaRPr lang="en-ZA" dirty="0"/>
          </a:p>
        </p:txBody>
      </p:sp>
    </p:spTree>
    <p:extLst>
      <p:ext uri="{BB962C8B-B14F-4D97-AF65-F5344CB8AC3E}">
        <p14:creationId xmlns:p14="http://schemas.microsoft.com/office/powerpoint/2010/main" val="3813948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54E4-9956-0B33-D845-8F2AAC5EBC56}"/>
              </a:ext>
            </a:extLst>
          </p:cNvPr>
          <p:cNvSpPr>
            <a:spLocks noGrp="1"/>
          </p:cNvSpPr>
          <p:nvPr>
            <p:ph type="title"/>
          </p:nvPr>
        </p:nvSpPr>
        <p:spPr>
          <a:xfrm>
            <a:off x="646889" y="465431"/>
            <a:ext cx="6172200" cy="518935"/>
          </a:xfrm>
        </p:spPr>
        <p:txBody>
          <a:bodyPr/>
          <a:lstStyle/>
          <a:p>
            <a:r>
              <a:rPr lang="en-US" dirty="0"/>
              <a:t>Attack </a:t>
            </a:r>
            <a:r>
              <a:rPr lang="en-US" dirty="0" err="1"/>
              <a:t>poc</a:t>
            </a:r>
            <a:endParaRPr lang="en-ZA" dirty="0"/>
          </a:p>
        </p:txBody>
      </p:sp>
      <p:sp>
        <p:nvSpPr>
          <p:cNvPr id="6" name="Text Placeholder 5">
            <a:extLst>
              <a:ext uri="{FF2B5EF4-FFF2-40B4-BE49-F238E27FC236}">
                <a16:creationId xmlns:a16="http://schemas.microsoft.com/office/drawing/2014/main" id="{F7AA4455-B426-CE42-B743-B9898B7AE032}"/>
              </a:ext>
            </a:extLst>
          </p:cNvPr>
          <p:cNvSpPr>
            <a:spLocks noGrp="1"/>
          </p:cNvSpPr>
          <p:nvPr>
            <p:ph type="body" sz="quarter" idx="11"/>
          </p:nvPr>
        </p:nvSpPr>
        <p:spPr>
          <a:xfrm>
            <a:off x="6819089" y="1591996"/>
            <a:ext cx="4481239" cy="4064219"/>
          </a:xfrm>
        </p:spPr>
        <p:txBody>
          <a:bodyPr>
            <a:noAutofit/>
          </a:bodyPr>
          <a:lstStyle/>
          <a:p>
            <a:pPr marL="342900" indent="-342900">
              <a:buFont typeface="Arial" panose="020B0604020202020204" pitchFamily="34" charset="0"/>
              <a:buChar char="•"/>
            </a:pPr>
            <a:r>
              <a:rPr lang="en-US" sz="2800" dirty="0"/>
              <a:t>DMP requires 3 accesses that match the </a:t>
            </a:r>
            <a:r>
              <a:rPr lang="en-US" sz="2800" dirty="0" err="1"/>
              <a:t>AoP</a:t>
            </a:r>
            <a:r>
              <a:rPr lang="en-US" sz="2800" dirty="0"/>
              <a:t> pattern to activate</a:t>
            </a:r>
          </a:p>
          <a:p>
            <a:pPr marL="342900" indent="-342900">
              <a:buFont typeface="Arial" panose="020B0604020202020204" pitchFamily="34" charset="0"/>
              <a:buChar char="•"/>
            </a:pPr>
            <a:r>
              <a:rPr lang="en-US" sz="2800" dirty="0"/>
              <a:t>Can test with p3 if certain virtual address is valid user mapped memory. Use this to break ASLR!</a:t>
            </a:r>
          </a:p>
          <a:p>
            <a:pPr marL="342900" indent="-342900">
              <a:buFont typeface="Arial" panose="020B0604020202020204" pitchFamily="34" charset="0"/>
              <a:buChar char="•"/>
            </a:pPr>
            <a:endParaRPr lang="en-US" sz="2800" dirty="0"/>
          </a:p>
          <a:p>
            <a:endParaRPr lang="en-US" sz="2800" dirty="0"/>
          </a:p>
          <a:p>
            <a:endParaRPr lang="en-US" sz="2800" dirty="0"/>
          </a:p>
        </p:txBody>
      </p:sp>
      <p:pic>
        <p:nvPicPr>
          <p:cNvPr id="8" name="Picture 7" descr="A screenshot of a computer program&#10;&#10;Description automatically generated">
            <a:extLst>
              <a:ext uri="{FF2B5EF4-FFF2-40B4-BE49-F238E27FC236}">
                <a16:creationId xmlns:a16="http://schemas.microsoft.com/office/drawing/2014/main" id="{7B82D754-7E0B-384A-ABAB-D25FDEF75FD1}"/>
              </a:ext>
            </a:extLst>
          </p:cNvPr>
          <p:cNvPicPr>
            <a:picLocks noChangeAspect="1"/>
          </p:cNvPicPr>
          <p:nvPr/>
        </p:nvPicPr>
        <p:blipFill>
          <a:blip r:embed="rId3"/>
          <a:stretch>
            <a:fillRect/>
          </a:stretch>
        </p:blipFill>
        <p:spPr>
          <a:xfrm>
            <a:off x="252827" y="1449797"/>
            <a:ext cx="6120434" cy="4853361"/>
          </a:xfrm>
          <a:prstGeom prst="rect">
            <a:avLst/>
          </a:prstGeom>
        </p:spPr>
      </p:pic>
      <p:sp>
        <p:nvSpPr>
          <p:cNvPr id="3" name="Rectangle 2">
            <a:extLst>
              <a:ext uri="{FF2B5EF4-FFF2-40B4-BE49-F238E27FC236}">
                <a16:creationId xmlns:a16="http://schemas.microsoft.com/office/drawing/2014/main" id="{9E1DAAC3-B274-3646-8511-2D8FB3BFDB4D}"/>
              </a:ext>
            </a:extLst>
          </p:cNvPr>
          <p:cNvSpPr/>
          <p:nvPr/>
        </p:nvSpPr>
        <p:spPr>
          <a:xfrm>
            <a:off x="4866468" y="0"/>
            <a:ext cx="7325532" cy="1449798"/>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a:p>
        </p:txBody>
      </p:sp>
    </p:spTree>
    <p:extLst>
      <p:ext uri="{BB962C8B-B14F-4D97-AF65-F5344CB8AC3E}">
        <p14:creationId xmlns:p14="http://schemas.microsoft.com/office/powerpoint/2010/main" val="3827382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45BD-5B25-B32E-F712-18F18E7168E7}"/>
              </a:ext>
            </a:extLst>
          </p:cNvPr>
          <p:cNvSpPr>
            <a:spLocks noGrp="1"/>
          </p:cNvSpPr>
          <p:nvPr>
            <p:ph type="title"/>
          </p:nvPr>
        </p:nvSpPr>
        <p:spPr>
          <a:xfrm>
            <a:off x="893064" y="72518"/>
            <a:ext cx="8297380" cy="1326514"/>
          </a:xfrm>
        </p:spPr>
        <p:txBody>
          <a:bodyPr/>
          <a:lstStyle/>
          <a:p>
            <a:r>
              <a:rPr lang="en-US" dirty="0"/>
              <a:t>Mitigation</a:t>
            </a:r>
            <a:endParaRPr lang="en-ZA" dirty="0"/>
          </a:p>
        </p:txBody>
      </p:sp>
      <p:sp>
        <p:nvSpPr>
          <p:cNvPr id="4" name="Text Placeholder 3">
            <a:extLst>
              <a:ext uri="{FF2B5EF4-FFF2-40B4-BE49-F238E27FC236}">
                <a16:creationId xmlns:a16="http://schemas.microsoft.com/office/drawing/2014/main" id="{B931AA74-1B85-8980-9816-4DAB721C1BE4}"/>
              </a:ext>
            </a:extLst>
          </p:cNvPr>
          <p:cNvSpPr>
            <a:spLocks noGrp="1"/>
          </p:cNvSpPr>
          <p:nvPr>
            <p:ph type="body" sz="quarter" idx="13"/>
          </p:nvPr>
        </p:nvSpPr>
        <p:spPr>
          <a:xfrm>
            <a:off x="865631" y="2072640"/>
            <a:ext cx="8541840" cy="4348038"/>
          </a:xfrm>
        </p:spPr>
        <p:txBody>
          <a:bodyPr>
            <a:normAutofit/>
          </a:bodyPr>
          <a:lstStyle/>
          <a:p>
            <a:r>
              <a:rPr lang="en-US" sz="2800" dirty="0"/>
              <a:t>Can’t simply “disable DMP”</a:t>
            </a:r>
          </a:p>
          <a:p>
            <a:r>
              <a:rPr lang="en-US" sz="2800" dirty="0"/>
              <a:t>Move to </a:t>
            </a:r>
            <a:r>
              <a:rPr lang="en-US" sz="2800" dirty="0" err="1"/>
              <a:t>Icestorm</a:t>
            </a:r>
            <a:r>
              <a:rPr lang="en-US" sz="2800" dirty="0"/>
              <a:t> cores</a:t>
            </a:r>
          </a:p>
          <a:p>
            <a:r>
              <a:rPr lang="en-US" sz="2800" dirty="0"/>
              <a:t>Remove sensitive information from virtual address of an untrusted user program (Chrome’s Site Isolation, KPTI/KAISER)</a:t>
            </a:r>
          </a:p>
          <a:p>
            <a:r>
              <a:rPr lang="en-US" sz="2800" dirty="0"/>
              <a:t>Manipulate observed DMP behavior (Hide in dead zones, avoid 8-byte alignment pointers)</a:t>
            </a:r>
            <a:br>
              <a:rPr lang="en-US" sz="2800" dirty="0"/>
            </a:br>
            <a:endParaRPr lang="en-US" sz="2800" dirty="0"/>
          </a:p>
        </p:txBody>
      </p:sp>
      <p:sp>
        <p:nvSpPr>
          <p:cNvPr id="8" name="Rectangle 7">
            <a:extLst>
              <a:ext uri="{FF2B5EF4-FFF2-40B4-BE49-F238E27FC236}">
                <a16:creationId xmlns:a16="http://schemas.microsoft.com/office/drawing/2014/main" id="{B6B55DCC-9D97-1E4A-A865-F14FCC78D2AC}"/>
              </a:ext>
            </a:extLst>
          </p:cNvPr>
          <p:cNvSpPr/>
          <p:nvPr/>
        </p:nvSpPr>
        <p:spPr>
          <a:xfrm rot="5400000">
            <a:off x="7370736" y="2036735"/>
            <a:ext cx="6858000" cy="2784529"/>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US" dirty="0"/>
          </a:p>
        </p:txBody>
      </p:sp>
    </p:spTree>
    <p:extLst>
      <p:ext uri="{BB962C8B-B14F-4D97-AF65-F5344CB8AC3E}">
        <p14:creationId xmlns:p14="http://schemas.microsoft.com/office/powerpoint/2010/main" val="2099008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F9F0-B02C-F479-3755-F41439C1E147}"/>
              </a:ext>
            </a:extLst>
          </p:cNvPr>
          <p:cNvSpPr>
            <a:spLocks noGrp="1"/>
          </p:cNvSpPr>
          <p:nvPr>
            <p:ph type="title"/>
          </p:nvPr>
        </p:nvSpPr>
        <p:spPr>
          <a:xfrm>
            <a:off x="4903304" y="592018"/>
            <a:ext cx="5641897" cy="969245"/>
          </a:xfrm>
        </p:spPr>
        <p:txBody>
          <a:bodyPr/>
          <a:lstStyle/>
          <a:p>
            <a:r>
              <a:rPr lang="en-US" dirty="0"/>
              <a:t>Personal view</a:t>
            </a:r>
            <a:endParaRPr lang="en-ZA" dirty="0"/>
          </a:p>
        </p:txBody>
      </p:sp>
      <p:sp>
        <p:nvSpPr>
          <p:cNvPr id="5" name="Text Placeholder 4">
            <a:extLst>
              <a:ext uri="{FF2B5EF4-FFF2-40B4-BE49-F238E27FC236}">
                <a16:creationId xmlns:a16="http://schemas.microsoft.com/office/drawing/2014/main" id="{CE3C8A46-D49C-FB70-9062-B672F2F7FB49}"/>
              </a:ext>
            </a:extLst>
          </p:cNvPr>
          <p:cNvSpPr>
            <a:spLocks noGrp="1"/>
          </p:cNvSpPr>
          <p:nvPr>
            <p:ph type="body" sz="quarter" idx="13"/>
          </p:nvPr>
        </p:nvSpPr>
        <p:spPr>
          <a:xfrm>
            <a:off x="4750905" y="1561263"/>
            <a:ext cx="7195930" cy="4958807"/>
          </a:xfrm>
        </p:spPr>
        <p:txBody>
          <a:bodyPr/>
          <a:lstStyle/>
          <a:p>
            <a:r>
              <a:rPr lang="en-US" dirty="0"/>
              <a:t>Good: </a:t>
            </a:r>
          </a:p>
          <a:p>
            <a:pPr marL="457200" indent="-457200">
              <a:buFont typeface="Arial" panose="020B0604020202020204" pitchFamily="34" charset="0"/>
              <a:buChar char="•"/>
            </a:pPr>
            <a:r>
              <a:rPr lang="en-US" dirty="0"/>
              <a:t>First discovery of a DMP in the wild.</a:t>
            </a:r>
          </a:p>
          <a:p>
            <a:pPr marL="457200" indent="-457200">
              <a:buFont typeface="Arial" panose="020B0604020202020204" pitchFamily="34" charset="0"/>
              <a:buChar char="•"/>
            </a:pPr>
            <a:r>
              <a:rPr lang="en-US" dirty="0"/>
              <a:t>Very strong – even untouched secret isn’t safe</a:t>
            </a:r>
          </a:p>
          <a:p>
            <a:pPr marL="457200" indent="-457200">
              <a:buFont typeface="Arial" panose="020B0604020202020204" pitchFamily="34" charset="0"/>
              <a:buChar char="•"/>
            </a:pPr>
            <a:r>
              <a:rPr lang="en-US" dirty="0"/>
              <a:t>Impressive methodology</a:t>
            </a:r>
          </a:p>
          <a:p>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0433909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9463</TotalTime>
  <Words>1672</Words>
  <Application>Microsoft Office PowerPoint</Application>
  <PresentationFormat>Widescreen</PresentationFormat>
  <Paragraphs>192</Paragraphs>
  <Slides>22</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Arial Black</vt:lpstr>
      <vt:lpstr>Assistant</vt:lpstr>
      <vt:lpstr>Calibri</vt:lpstr>
      <vt:lpstr>Consolas</vt:lpstr>
      <vt:lpstr>Google Sans</vt:lpstr>
      <vt:lpstr>Office Theme</vt:lpstr>
      <vt:lpstr>נ.נ. בתכנון משולב חומרה/תוכנה  אביב – 00460882 תרגול  5 – מטמונים ועוד...  </vt:lpstr>
      <vt:lpstr>Augury: Using Data Memory-Dependent Prefetchers to Leak Data at Rest</vt:lpstr>
      <vt:lpstr>Agenda </vt:lpstr>
      <vt:lpstr>SCA In a Nutshell</vt:lpstr>
      <vt:lpstr>PowerPoint Presentation</vt:lpstr>
      <vt:lpstr>PowerPoint Presentation</vt:lpstr>
      <vt:lpstr>PowerPoint Presentation</vt:lpstr>
      <vt:lpstr>PowerPoint Presentation</vt:lpstr>
      <vt:lpstr>PowerPoint Presentation</vt:lpstr>
      <vt:lpstr>PowerPoint Presentation</vt:lpstr>
      <vt:lpstr>SCA In a Nutshell</vt:lpstr>
      <vt:lpstr>Classical Prefetchers</vt:lpstr>
      <vt:lpstr>Data memory-dependent prefetchers - dmps</vt:lpstr>
      <vt:lpstr>Data memory-dependent prefetcher - dmp</vt:lpstr>
      <vt:lpstr>How to find a DMP in the wild</vt:lpstr>
      <vt:lpstr>How to find a DMP in the wild</vt:lpstr>
      <vt:lpstr>How to find a DMP in the wild</vt:lpstr>
      <vt:lpstr>How to find a DMP in the wild</vt:lpstr>
      <vt:lpstr>PowerPoint Presentation</vt:lpstr>
      <vt:lpstr>Attack poc</vt:lpstr>
      <vt:lpstr>Mitigation</vt:lpstr>
      <vt:lpstr>Personal 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Ohad Eitan</dc:creator>
  <cp:lastModifiedBy>Ohad Eitan</cp:lastModifiedBy>
  <cp:revision>1</cp:revision>
  <dcterms:created xsi:type="dcterms:W3CDTF">2025-10-30T15:17:41Z</dcterms:created>
  <dcterms:modified xsi:type="dcterms:W3CDTF">2026-04-10T11:05:23Z</dcterms:modified>
</cp:coreProperties>
</file>